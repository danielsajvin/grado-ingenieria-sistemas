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64" r:id="rId4"/>
    <p:sldId id="268" r:id="rId5"/>
    <p:sldId id="265" r:id="rId6"/>
    <p:sldId id="258" r:id="rId7"/>
    <p:sldId id="267" r:id="rId8"/>
    <p:sldId id="259" r:id="rId9"/>
    <p:sldId id="260" r:id="rId10"/>
    <p:sldId id="261" r:id="rId11"/>
    <p:sldId id="262" r:id="rId12"/>
    <p:sldId id="263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5607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9198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0667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5928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9582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9403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1173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8128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39570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6421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2762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24301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672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51317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84461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35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7C605-7A80-4112-9C00-03160822E8FA}" type="datetimeFigureOut">
              <a:rPr lang="es-GT" smtClean="0"/>
              <a:t>19/06/2019</a:t>
            </a:fld>
            <a:endParaRPr lang="es-G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7D997C0-B8C7-4C93-B526-500F8203546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8745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547664" y="980728"/>
            <a:ext cx="6600451" cy="2262781"/>
          </a:xfrm>
        </p:spPr>
        <p:txBody>
          <a:bodyPr/>
          <a:lstStyle/>
          <a:p>
            <a:pPr algn="ctr"/>
            <a:r>
              <a:rPr lang="es-GT" dirty="0" smtClean="0"/>
              <a:t>Entropía y neguentropia</a:t>
            </a:r>
            <a:endParaRPr lang="es-GT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6119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0" t="12058" r="35410" b="30593"/>
          <a:stretch/>
        </p:blipFill>
        <p:spPr bwMode="auto">
          <a:xfrm>
            <a:off x="971600" y="692696"/>
            <a:ext cx="7272808" cy="537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476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4" t="20709" r="36671" b="19380"/>
          <a:stretch/>
        </p:blipFill>
        <p:spPr bwMode="auto">
          <a:xfrm>
            <a:off x="1043608" y="1196752"/>
            <a:ext cx="68365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833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25194" r="50541" b="24186"/>
          <a:stretch/>
        </p:blipFill>
        <p:spPr bwMode="auto">
          <a:xfrm>
            <a:off x="2483768" y="764704"/>
            <a:ext cx="3825994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8922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1" t="21079" r="35613" b="20291"/>
          <a:stretch/>
        </p:blipFill>
        <p:spPr bwMode="auto">
          <a:xfrm>
            <a:off x="758878" y="1316182"/>
            <a:ext cx="7053490" cy="4561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075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7" t="33321" r="34890" b="7408"/>
          <a:stretch/>
        </p:blipFill>
        <p:spPr bwMode="auto">
          <a:xfrm>
            <a:off x="755576" y="692696"/>
            <a:ext cx="7681112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706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8" t="10131" r="48184" b="7531"/>
          <a:stretch/>
        </p:blipFill>
        <p:spPr bwMode="auto">
          <a:xfrm>
            <a:off x="2699792" y="476671"/>
            <a:ext cx="3168352" cy="581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980728"/>
            <a:ext cx="2520280" cy="372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279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5" t="40626" r="35504" b="7471"/>
          <a:stretch/>
        </p:blipFill>
        <p:spPr bwMode="auto">
          <a:xfrm>
            <a:off x="755576" y="1124744"/>
            <a:ext cx="7422156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524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99" t="34093" r="35611" b="7598"/>
          <a:stretch/>
        </p:blipFill>
        <p:spPr bwMode="auto">
          <a:xfrm>
            <a:off x="971600" y="692696"/>
            <a:ext cx="7251445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755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5" t="34025" r="36405" b="9267"/>
          <a:stretch/>
        </p:blipFill>
        <p:spPr bwMode="auto">
          <a:xfrm>
            <a:off x="755576" y="620688"/>
            <a:ext cx="7776864" cy="578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068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6" t="42098" r="35793" b="13369"/>
          <a:stretch/>
        </p:blipFill>
        <p:spPr bwMode="auto">
          <a:xfrm>
            <a:off x="467544" y="1196752"/>
            <a:ext cx="795714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641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1" t="40495" r="35648" b="11127"/>
          <a:stretch/>
        </p:blipFill>
        <p:spPr bwMode="auto">
          <a:xfrm>
            <a:off x="611560" y="1052736"/>
            <a:ext cx="76681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491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6" t="19790" r="32169" b="27390"/>
          <a:stretch/>
        </p:blipFill>
        <p:spPr bwMode="auto">
          <a:xfrm>
            <a:off x="2339752" y="476672"/>
            <a:ext cx="5472608" cy="451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979712" y="5229200"/>
            <a:ext cx="51125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dirty="0" smtClean="0"/>
              <a:t>En que piensa un estudiante de ingeniería…., y sobre eso le da tiempo para distracción. Por ejemplo: video juegos, chat, foros, etc. Y en lo ideal no entra en caos.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72260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74</TotalTime>
  <Words>41</Words>
  <Application>Microsoft Office PowerPoint</Application>
  <PresentationFormat>Presentación en pantalla (4:3)</PresentationFormat>
  <Paragraphs>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Espiral</vt:lpstr>
      <vt:lpstr>Entropía y neguentropia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Entropia y neguentropia</dc:title>
  <dc:creator>David García</dc:creator>
  <cp:lastModifiedBy>HP</cp:lastModifiedBy>
  <cp:revision>18</cp:revision>
  <dcterms:created xsi:type="dcterms:W3CDTF">2012-06-15T13:21:51Z</dcterms:created>
  <dcterms:modified xsi:type="dcterms:W3CDTF">2019-06-19T16:41:56Z</dcterms:modified>
</cp:coreProperties>
</file>