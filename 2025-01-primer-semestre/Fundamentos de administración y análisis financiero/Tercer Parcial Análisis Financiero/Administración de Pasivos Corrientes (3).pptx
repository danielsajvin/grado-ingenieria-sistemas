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18"/>
  </p:notesMasterIdLst>
  <p:handoutMasterIdLst>
    <p:handoutMasterId r:id="rId19"/>
  </p:handoutMasterIdLst>
  <p:sldIdLst>
    <p:sldId id="410" r:id="rId5"/>
    <p:sldId id="411" r:id="rId6"/>
    <p:sldId id="389" r:id="rId7"/>
    <p:sldId id="391" r:id="rId8"/>
    <p:sldId id="412" r:id="rId9"/>
    <p:sldId id="413" r:id="rId10"/>
    <p:sldId id="414" r:id="rId11"/>
    <p:sldId id="415" r:id="rId12"/>
    <p:sldId id="416" r:id="rId13"/>
    <p:sldId id="417" r:id="rId14"/>
    <p:sldId id="418" r:id="rId15"/>
    <p:sldId id="419" r:id="rId16"/>
    <p:sldId id="420" r:id="rId17"/>
  </p:sldIdLst>
  <p:sldSz cx="12192000" cy="6858000"/>
  <p:notesSz cx="6858000" cy="9144000"/>
  <p:defaultTextStyle>
    <a:defPPr rtl="0">
      <a:defRPr lang="es-ES"/>
    </a:defPPr>
    <a:lvl1pPr marL="0" algn="l" defTabSz="914400" rtl="0" eaLnBrk="1" latinLnBrk="0" hangingPunct="1">
      <a:defRPr lang="es-ES" sz="1800" kern="1200">
        <a:solidFill>
          <a:schemeClr val="tx1"/>
        </a:solidFill>
        <a:latin typeface="+mn-lt"/>
        <a:ea typeface="+mn-ea"/>
        <a:cs typeface="+mn-cs"/>
      </a:defRPr>
    </a:lvl1pPr>
    <a:lvl2pPr marL="457200" algn="l" defTabSz="914400" rtl="0" eaLnBrk="1" latinLnBrk="0" hangingPunct="1">
      <a:defRPr lang="es-ES" sz="1800" kern="1200">
        <a:solidFill>
          <a:schemeClr val="tx1"/>
        </a:solidFill>
        <a:latin typeface="+mn-lt"/>
        <a:ea typeface="+mn-ea"/>
        <a:cs typeface="+mn-cs"/>
      </a:defRPr>
    </a:lvl2pPr>
    <a:lvl3pPr marL="914400" algn="l" defTabSz="914400" rtl="0" eaLnBrk="1" latinLnBrk="0" hangingPunct="1">
      <a:defRPr lang="es-ES" sz="1800" kern="1200">
        <a:solidFill>
          <a:schemeClr val="tx1"/>
        </a:solidFill>
        <a:latin typeface="+mn-lt"/>
        <a:ea typeface="+mn-ea"/>
        <a:cs typeface="+mn-cs"/>
      </a:defRPr>
    </a:lvl3pPr>
    <a:lvl4pPr marL="1371600" algn="l" defTabSz="914400" rtl="0" eaLnBrk="1" latinLnBrk="0" hangingPunct="1">
      <a:defRPr lang="es-ES" sz="1800" kern="1200">
        <a:solidFill>
          <a:schemeClr val="tx1"/>
        </a:solidFill>
        <a:latin typeface="+mn-lt"/>
        <a:ea typeface="+mn-ea"/>
        <a:cs typeface="+mn-cs"/>
      </a:defRPr>
    </a:lvl4pPr>
    <a:lvl5pPr marL="1828800" algn="l" defTabSz="914400" rtl="0" eaLnBrk="1" latinLnBrk="0" hangingPunct="1">
      <a:defRPr lang="es-ES" sz="1800" kern="1200">
        <a:solidFill>
          <a:schemeClr val="tx1"/>
        </a:solidFill>
        <a:latin typeface="+mn-lt"/>
        <a:ea typeface="+mn-ea"/>
        <a:cs typeface="+mn-cs"/>
      </a:defRPr>
    </a:lvl5pPr>
    <a:lvl6pPr marL="2286000" algn="l" defTabSz="914400" rtl="0" eaLnBrk="1" latinLnBrk="0" hangingPunct="1">
      <a:defRPr lang="es-ES" sz="1800" kern="1200">
        <a:solidFill>
          <a:schemeClr val="tx1"/>
        </a:solidFill>
        <a:latin typeface="+mn-lt"/>
        <a:ea typeface="+mn-ea"/>
        <a:cs typeface="+mn-cs"/>
      </a:defRPr>
    </a:lvl6pPr>
    <a:lvl7pPr marL="2743200" algn="l" defTabSz="914400" rtl="0" eaLnBrk="1" latinLnBrk="0" hangingPunct="1">
      <a:defRPr lang="es-ES" sz="1800" kern="1200">
        <a:solidFill>
          <a:schemeClr val="tx1"/>
        </a:solidFill>
        <a:latin typeface="+mn-lt"/>
        <a:ea typeface="+mn-ea"/>
        <a:cs typeface="+mn-cs"/>
      </a:defRPr>
    </a:lvl7pPr>
    <a:lvl8pPr marL="3200400" algn="l" defTabSz="914400" rtl="0" eaLnBrk="1" latinLnBrk="0" hangingPunct="1">
      <a:defRPr lang="es-ES" sz="1800" kern="1200">
        <a:solidFill>
          <a:schemeClr val="tx1"/>
        </a:solidFill>
        <a:latin typeface="+mn-lt"/>
        <a:ea typeface="+mn-ea"/>
        <a:cs typeface="+mn-cs"/>
      </a:defRPr>
    </a:lvl8pPr>
    <a:lvl9pPr marL="3657600" algn="l" defTabSz="914400" rtl="0" eaLnBrk="1" latinLnBrk="0" hangingPunct="1">
      <a:defRPr lang="es-ES"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C4B1156A-380E-4F78-BDF5-A606A8083BF9}" styleName="Estilo medio 4 - Énfasis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29" autoAdjust="0"/>
  </p:normalViewPr>
  <p:slideViewPr>
    <p:cSldViewPr snapToGrid="0">
      <p:cViewPr varScale="1">
        <p:scale>
          <a:sx n="69" d="100"/>
          <a:sy n="69" d="100"/>
        </p:scale>
        <p:origin x="780" y="6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97" d="100"/>
          <a:sy n="97" d="100"/>
        </p:scale>
        <p:origin x="2868"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es-ES" sz="1200"/>
            </a:lvl1pPr>
          </a:lstStyle>
          <a:p>
            <a:pPr rtl="0"/>
            <a:fld id="{E92A46E5-772B-4A8A-A167-62663A29553C}" type="datetime1">
              <a:rPr lang="es-ES" smtClean="0"/>
              <a:t>03/04/2024</a:t>
            </a:fld>
            <a:endParaRPr lang="es-ES" dirty="0"/>
          </a:p>
        </p:txBody>
      </p:sp>
      <p:sp>
        <p:nvSpPr>
          <p:cNvPr id="6" name="Marcador de número de diapositiva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es-ES" sz="1200"/>
            </a:lvl1pPr>
          </a:lstStyle>
          <a:p>
            <a:pPr rtl="0"/>
            <a:fld id="{E2C230DF-5933-439D-898F-38E9AC9BA688}" type="slidenum">
              <a:rPr lang="es-ES" smtClean="0"/>
              <a:t>‹Nº›</a:t>
            </a:fld>
            <a:endParaRPr lang="es-ES" dirty="0"/>
          </a:p>
        </p:txBody>
      </p:sp>
      <p:sp>
        <p:nvSpPr>
          <p:cNvPr id="7" name="Marcador de pie de página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es-ES" sz="1200"/>
            </a:lvl1pPr>
          </a:lstStyle>
          <a:p>
            <a:pPr rtl="0"/>
            <a:endParaRPr lang="es-ES" dirty="0"/>
          </a:p>
        </p:txBody>
      </p:sp>
      <p:sp>
        <p:nvSpPr>
          <p:cNvPr id="8" name="Marcador de encabezado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s-ES" sz="1200"/>
            </a:lvl1pPr>
          </a:lstStyle>
          <a:p>
            <a:pPr rtl="0"/>
            <a:endParaRPr lang="es-E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s-ES" sz="1200"/>
            </a:lvl1pPr>
          </a:lstStyle>
          <a:p>
            <a:pPr rtl="0"/>
            <a:endParaRPr lang="es-ES"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es-ES" sz="1200"/>
            </a:lvl1pPr>
          </a:lstStyle>
          <a:p>
            <a:pPr rtl="0"/>
            <a:fld id="{16DB30B6-91B7-493F-B445-96E1D2848A7B}" type="datetime1">
              <a:rPr lang="es-ES" smtClean="0"/>
              <a:t>03/04/2024</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es-ES"/>
            </a:defPPr>
          </a:lstStyle>
          <a:p>
            <a:pPr rtl="0"/>
            <a:endParaRPr lang="es-ES"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es-ES"/>
            </a:defPPr>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es-ES" sz="1200"/>
            </a:lvl1pPr>
          </a:lstStyle>
          <a:p>
            <a:pPr rtl="0"/>
            <a:endParaRPr lang="es-ES"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es-ES" sz="1200"/>
            </a:lvl1pPr>
          </a:lstStyle>
          <a:p>
            <a:pPr rtl="0"/>
            <a:fld id="{A89C7E07-3C67-C64C-8DA0-0404F6303970}" type="slidenum">
              <a:rPr lang="es-ES" smtClean="0"/>
              <a:t>‹Nº›</a:t>
            </a:fld>
            <a:endParaRPr lang="es-E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lang="es-ES" sz="1200" kern="1200">
        <a:solidFill>
          <a:schemeClr val="tx1"/>
        </a:solidFill>
        <a:latin typeface="+mn-lt"/>
        <a:ea typeface="+mn-ea"/>
        <a:cs typeface="+mn-cs"/>
      </a:defRPr>
    </a:lvl1pPr>
    <a:lvl2pPr marL="457200" algn="l" defTabSz="914400" rtl="0" eaLnBrk="1" latinLnBrk="0" hangingPunct="1">
      <a:defRPr lang="es-ES" sz="1200" kern="1200">
        <a:solidFill>
          <a:schemeClr val="tx1"/>
        </a:solidFill>
        <a:latin typeface="+mn-lt"/>
        <a:ea typeface="+mn-ea"/>
        <a:cs typeface="+mn-cs"/>
      </a:defRPr>
    </a:lvl2pPr>
    <a:lvl3pPr marL="914400" algn="l" defTabSz="914400" rtl="0" eaLnBrk="1" latinLnBrk="0" hangingPunct="1">
      <a:defRPr lang="es-ES" sz="1200" kern="1200">
        <a:solidFill>
          <a:schemeClr val="tx1"/>
        </a:solidFill>
        <a:latin typeface="+mn-lt"/>
        <a:ea typeface="+mn-ea"/>
        <a:cs typeface="+mn-cs"/>
      </a:defRPr>
    </a:lvl3pPr>
    <a:lvl4pPr marL="1371600" algn="l" defTabSz="914400" rtl="0" eaLnBrk="1" latinLnBrk="0" hangingPunct="1">
      <a:defRPr lang="es-ES" sz="1200" kern="1200">
        <a:solidFill>
          <a:schemeClr val="tx1"/>
        </a:solidFill>
        <a:latin typeface="+mn-lt"/>
        <a:ea typeface="+mn-ea"/>
        <a:cs typeface="+mn-cs"/>
      </a:defRPr>
    </a:lvl4pPr>
    <a:lvl5pPr marL="1828800" algn="l" defTabSz="914400" rtl="0" eaLnBrk="1" latinLnBrk="0" hangingPunct="1">
      <a:defRPr lang="es-ES" sz="1200" kern="1200">
        <a:solidFill>
          <a:schemeClr val="tx1"/>
        </a:solidFill>
        <a:latin typeface="+mn-lt"/>
        <a:ea typeface="+mn-ea"/>
        <a:cs typeface="+mn-cs"/>
      </a:defRPr>
    </a:lvl5pPr>
    <a:lvl6pPr marL="2286000" algn="l" defTabSz="914400" rtl="0" eaLnBrk="1" latinLnBrk="0" hangingPunct="1">
      <a:defRPr lang="es-ES" sz="1200" kern="1200">
        <a:solidFill>
          <a:schemeClr val="tx1"/>
        </a:solidFill>
        <a:latin typeface="+mn-lt"/>
        <a:ea typeface="+mn-ea"/>
        <a:cs typeface="+mn-cs"/>
      </a:defRPr>
    </a:lvl6pPr>
    <a:lvl7pPr marL="2743200" algn="l" defTabSz="914400" rtl="0" eaLnBrk="1" latinLnBrk="0" hangingPunct="1">
      <a:defRPr lang="es-ES" sz="1200" kern="1200">
        <a:solidFill>
          <a:schemeClr val="tx1"/>
        </a:solidFill>
        <a:latin typeface="+mn-lt"/>
        <a:ea typeface="+mn-ea"/>
        <a:cs typeface="+mn-cs"/>
      </a:defRPr>
    </a:lvl7pPr>
    <a:lvl8pPr marL="3200400" algn="l" defTabSz="914400" rtl="0" eaLnBrk="1" latinLnBrk="0" hangingPunct="1">
      <a:defRPr lang="es-ES" sz="1200" kern="1200">
        <a:solidFill>
          <a:schemeClr val="tx1"/>
        </a:solidFill>
        <a:latin typeface="+mn-lt"/>
        <a:ea typeface="+mn-ea"/>
        <a:cs typeface="+mn-cs"/>
      </a:defRPr>
    </a:lvl8pPr>
    <a:lvl9pPr marL="3657600" algn="l" defTabSz="914400" rtl="0" eaLnBrk="1" latinLnBrk="0" hangingPunct="1">
      <a:defRPr lang="es-ES"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A89C7E07-3C67-C64C-8DA0-0404F6303970}" type="slidenum">
              <a:rPr lang="es-ES" smtClean="0"/>
              <a:t>1</a:t>
            </a:fld>
            <a:endParaRPr lang="es-ES" dirty="0"/>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A89C7E07-3C67-C64C-8DA0-0404F6303970}" type="slidenum">
              <a:rPr lang="es-ES" smtClean="0"/>
              <a:t>3</a:t>
            </a:fld>
            <a:endParaRPr lang="es-ES" dirty="0"/>
          </a:p>
        </p:txBody>
      </p:sp>
    </p:spTree>
    <p:extLst>
      <p:ext uri="{BB962C8B-B14F-4D97-AF65-F5344CB8AC3E}">
        <p14:creationId xmlns:p14="http://schemas.microsoft.com/office/powerpoint/2010/main" val="35762480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A89C7E07-3C67-C64C-8DA0-0404F6303970}" type="slidenum">
              <a:rPr lang="es-ES" smtClean="0"/>
              <a:t>4</a:t>
            </a:fld>
            <a:endParaRPr lang="es-ES" dirty="0"/>
          </a:p>
        </p:txBody>
      </p:sp>
    </p:spTree>
    <p:extLst>
      <p:ext uri="{BB962C8B-B14F-4D97-AF65-F5344CB8AC3E}">
        <p14:creationId xmlns:p14="http://schemas.microsoft.com/office/powerpoint/2010/main" val="39082765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1">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rtlCol="0" anchor="b">
            <a:noAutofit/>
          </a:bodyPr>
          <a:lstStyle>
            <a:lvl1pPr algn="l">
              <a:lnSpc>
                <a:spcPct val="80000"/>
              </a:lnSpc>
              <a:defRPr lang="es-ES" sz="6000" b="1" i="0" spc="100" baseline="0">
                <a:solidFill>
                  <a:schemeClr val="bg1"/>
                </a:solidFill>
                <a:latin typeface="+mj-lt"/>
              </a:defRPr>
            </a:lvl1pPr>
          </a:lstStyle>
          <a:p>
            <a:pPr rtl="0"/>
            <a:r>
              <a:rPr lang="es-ES"/>
              <a:t>Haga clic para agregar un título </a:t>
            </a:r>
          </a:p>
        </p:txBody>
      </p:sp>
      <p:grpSp>
        <p:nvGrpSpPr>
          <p:cNvPr id="9" name="Grupo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orma lib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1" name="Forma lib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2" name="Forma lib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grpSp>
      <p:cxnSp>
        <p:nvCxnSpPr>
          <p:cNvPr id="13" name="Conector recto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forma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noProof="0" dirty="0"/>
            </a:p>
          </p:txBody>
        </p:sp>
        <p:sp>
          <p:nvSpPr>
            <p:cNvPr id="8" name="Forma libre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noProof="0" dirty="0"/>
            </a:p>
          </p:txBody>
        </p:sp>
        <p:sp>
          <p:nvSpPr>
            <p:cNvPr id="9" name="Forma libre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noProof="0" dirty="0"/>
            </a:p>
          </p:txBody>
        </p:sp>
        <p:sp>
          <p:nvSpPr>
            <p:cNvPr id="10" name="Forma libre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defPPr>
                <a:defRPr lang="es-ES"/>
              </a:defPPr>
            </a:lstStyle>
            <a:p>
              <a:pPr rtl="0"/>
              <a:endParaRPr lang="es-ES" noProof="0" dirty="0"/>
            </a:p>
          </p:txBody>
        </p:sp>
        <p:sp>
          <p:nvSpPr>
            <p:cNvPr id="11" name="Forma libre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noProof="0" dirty="0"/>
            </a:p>
          </p:txBody>
        </p:sp>
      </p:grpSp>
      <p:sp>
        <p:nvSpPr>
          <p:cNvPr id="12" name="Título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rtlCol="0" anchor="b" anchorCtr="0">
            <a:noAutofit/>
          </a:bodyPr>
          <a:lstStyle>
            <a:lvl1pPr>
              <a:defRPr lang="es-ES" sz="4400" b="1" i="0" spc="50" baseline="0">
                <a:latin typeface="+mj-lt"/>
              </a:defRPr>
            </a:lvl1pPr>
          </a:lstStyle>
          <a:p>
            <a:pPr rtl="0"/>
            <a:r>
              <a:rPr lang="es-ES" noProof="0" dirty="0"/>
              <a:t>Haga clic para agregar un título </a:t>
            </a:r>
          </a:p>
        </p:txBody>
      </p:sp>
      <p:sp>
        <p:nvSpPr>
          <p:cNvPr id="2" name="Marcador de contenido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rtlCol="0">
            <a:normAutofit/>
          </a:bodyPr>
          <a:lstStyle>
            <a:lvl1pPr marL="283464" indent="-283464">
              <a:lnSpc>
                <a:spcPct val="80000"/>
              </a:lnSpc>
              <a:spcBef>
                <a:spcPts val="2200"/>
              </a:spcBef>
              <a:buFont typeface="Arial" panose="020B0604020202020204" pitchFamily="34" charset="0"/>
              <a:buChar char="•"/>
              <a:defRPr lang="es-ES" sz="2400" b="1" i="0" kern="1200" dirty="0">
                <a:solidFill>
                  <a:schemeClr val="tx2">
                    <a:lumMod val="75000"/>
                  </a:schemeClr>
                </a:solidFill>
                <a:latin typeface="+mn-lt"/>
                <a:ea typeface="+mn-ea"/>
                <a:cs typeface="+mn-cs"/>
              </a:defRPr>
            </a:lvl1pPr>
            <a:lvl2pPr indent="-283464">
              <a:spcBef>
                <a:spcPts val="600"/>
              </a:spcBef>
              <a:defRPr lang="es-ES" sz="2000"/>
            </a:lvl2pPr>
            <a:lvl3pPr indent="-283464">
              <a:spcBef>
                <a:spcPts val="1800"/>
              </a:spcBef>
              <a:defRPr lang="es-ES" sz="2000"/>
            </a:lvl3pPr>
            <a:lvl4pPr indent="-283464">
              <a:spcBef>
                <a:spcPts val="1800"/>
              </a:spcBef>
              <a:defRPr lang="es-ES" sz="2000"/>
            </a:lvl4pPr>
            <a:lvl5pPr indent="-283464">
              <a:spcBef>
                <a:spcPts val="1800"/>
              </a:spcBef>
              <a:defRPr lang="es-ES" sz="2000"/>
            </a:lvl5pPr>
          </a:lstStyle>
          <a:p>
            <a:pPr lvl="0" rtl="0"/>
            <a:r>
              <a:rPr lang="es-ES" noProof="0" dirty="0"/>
              <a:t>Haga clic para agregar contenido</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43" name="Marcador de número de diapositiva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rtlCol="0"/>
          <a:lstStyle>
            <a:defPPr>
              <a:defRPr lang="es-ES"/>
            </a:defPPr>
          </a:lstStyle>
          <a:p>
            <a:pPr rtl="0"/>
            <a:fld id="{294A09A9-5501-47C1-A89A-A340965A2BE2}" type="slidenum">
              <a:rPr lang="es-ES" noProof="0" smtClean="0"/>
              <a:pPr rtl="0"/>
              <a:t>‹Nº›</a:t>
            </a:fld>
            <a:endParaRPr lang="es-ES" noProof="0" dirty="0"/>
          </a:p>
        </p:txBody>
      </p:sp>
      <p:sp>
        <p:nvSpPr>
          <p:cNvPr id="42" name="Marcador de fecha 41">
            <a:extLst>
              <a:ext uri="{FF2B5EF4-FFF2-40B4-BE49-F238E27FC236}">
                <a16:creationId xmlns:a16="http://schemas.microsoft.com/office/drawing/2014/main" id="{29CE2856-DB8F-5603-C085-74C70560FAC8}"/>
              </a:ext>
            </a:extLst>
          </p:cNvPr>
          <p:cNvSpPr>
            <a:spLocks noGrp="1"/>
          </p:cNvSpPr>
          <p:nvPr>
            <p:ph type="dt" sz="half" idx="25"/>
          </p:nvPr>
        </p:nvSpPr>
        <p:spPr/>
        <p:txBody>
          <a:bodyPr rtlCol="0"/>
          <a:lstStyle>
            <a:defPPr>
              <a:defRPr lang="es-ES"/>
            </a:defPPr>
          </a:lstStyle>
          <a:p>
            <a:pPr rtl="0"/>
            <a:endParaRPr lang="es-ES" noProof="0" dirty="0">
              <a:latin typeface="+mn-lt"/>
            </a:endParaRPr>
          </a:p>
        </p:txBody>
      </p:sp>
      <p:cxnSp>
        <p:nvCxnSpPr>
          <p:cNvPr id="4" name="Conector recto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ítulo de sección">
    <p:bg>
      <p:bgPr>
        <a:solidFill>
          <a:schemeClr val="accent3"/>
        </a:solidFill>
        <a:effectLst/>
      </p:bgPr>
    </p:bg>
    <p:spTree>
      <p:nvGrpSpPr>
        <p:cNvPr id="1" name=""/>
        <p:cNvGrpSpPr/>
        <p:nvPr/>
      </p:nvGrpSpPr>
      <p:grpSpPr>
        <a:xfrm>
          <a:off x="0" y="0"/>
          <a:ext cx="0" cy="0"/>
          <a:chOff x="0" y="0"/>
          <a:chExt cx="0" cy="0"/>
        </a:xfrm>
      </p:grpSpPr>
      <p:sp>
        <p:nvSpPr>
          <p:cNvPr id="4" name="Marcador de posición de imagen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rtlCol="0">
            <a:noAutofit/>
          </a:bodyPr>
          <a:lstStyle>
            <a:lvl1pPr marL="0" indent="0" algn="ctr">
              <a:buNone/>
              <a:defRPr lang="es-ES" sz="2000">
                <a:solidFill>
                  <a:schemeClr val="tx1"/>
                </a:solidFill>
              </a:defRPr>
            </a:lvl1pPr>
          </a:lstStyle>
          <a:p>
            <a:pPr rtl="0"/>
            <a:r>
              <a:rPr lang="es-ES"/>
              <a:t>Haga clic en el icono para agregar una imagen</a:t>
            </a:r>
          </a:p>
        </p:txBody>
      </p:sp>
      <p:sp>
        <p:nvSpPr>
          <p:cNvPr id="18" name="Título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rtlCol="0" anchor="b" anchorCtr="0">
            <a:noAutofit/>
          </a:bodyPr>
          <a:lstStyle>
            <a:lvl1pPr>
              <a:defRPr lang="es-ES" sz="6000" b="1" i="0" baseline="0">
                <a:solidFill>
                  <a:schemeClr val="tx1"/>
                </a:solidFill>
                <a:latin typeface="+mj-lt"/>
              </a:defRPr>
            </a:lvl1pPr>
          </a:lstStyle>
          <a:p>
            <a:pPr rtl="0"/>
            <a:r>
              <a:rPr lang="es-ES"/>
              <a:t>Haga clic para agregar un título </a:t>
            </a:r>
          </a:p>
        </p:txBody>
      </p:sp>
      <p:sp>
        <p:nvSpPr>
          <p:cNvPr id="7" name="Rectángulo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ítulo 2">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rtlCol="0" anchor="b">
            <a:noAutofit/>
          </a:bodyPr>
          <a:lstStyle>
            <a:lvl1pPr algn="l">
              <a:lnSpc>
                <a:spcPct val="80000"/>
              </a:lnSpc>
              <a:defRPr lang="es-ES" sz="6000" b="1" i="0" spc="100" baseline="0">
                <a:solidFill>
                  <a:schemeClr val="bg1"/>
                </a:solidFill>
                <a:latin typeface="+mj-lt"/>
              </a:defRPr>
            </a:lvl1pPr>
          </a:lstStyle>
          <a:p>
            <a:pPr rtl="0"/>
            <a:r>
              <a:rPr lang="es-ES"/>
              <a:t>Haga clic para agregar un título </a:t>
            </a:r>
          </a:p>
        </p:txBody>
      </p:sp>
      <p:sp>
        <p:nvSpPr>
          <p:cNvPr id="6" name="Marcador de posición de imagen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rtlCol="0">
            <a:normAutofit/>
          </a:bodyPr>
          <a:lstStyle>
            <a:lvl1pPr marL="0" indent="0" algn="ctr">
              <a:buNone/>
              <a:defRPr lang="es-ES" sz="2000"/>
            </a:lvl1pPr>
          </a:lstStyle>
          <a:p>
            <a:pPr rtl="0"/>
            <a:r>
              <a:rPr lang="es-ES"/>
              <a:t>Haga clic en el icono para agregar una imagen</a:t>
            </a:r>
          </a:p>
        </p:txBody>
      </p:sp>
      <p:sp>
        <p:nvSpPr>
          <p:cNvPr id="18" name="Marcador de texto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rtlCol="0">
            <a:noAutofit/>
          </a:bodyPr>
          <a:lstStyle>
            <a:lvl1pPr marL="0" indent="0">
              <a:buNone/>
              <a:defRPr lang="es-ES" sz="2400" b="1" i="0">
                <a:solidFill>
                  <a:schemeClr val="tx2">
                    <a:lumMod val="75000"/>
                  </a:schemeClr>
                </a:solidFill>
                <a:latin typeface="+mn-lt"/>
              </a:defRPr>
            </a:lvl1pPr>
            <a:lvl2pPr>
              <a:defRPr lang="es-ES" sz="4000"/>
            </a:lvl2pPr>
            <a:lvl3pPr>
              <a:defRPr lang="es-ES" sz="4000"/>
            </a:lvl3pPr>
            <a:lvl4pPr>
              <a:defRPr lang="es-ES" sz="4000"/>
            </a:lvl4pPr>
            <a:lvl5pPr>
              <a:defRPr lang="es-ES" sz="4000"/>
            </a:lvl5pPr>
          </a:lstStyle>
          <a:p>
            <a:pPr lvl="0" rtl="0"/>
            <a:r>
              <a:rPr lang="es-ES"/>
              <a:t>Haga clic para agregar texto</a:t>
            </a:r>
          </a:p>
        </p:txBody>
      </p:sp>
      <p:cxnSp>
        <p:nvCxnSpPr>
          <p:cNvPr id="7" name="Conector recto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sumen 2">
    <p:bg>
      <p:bgPr>
        <a:solidFill>
          <a:schemeClr val="tx1"/>
        </a:solidFill>
        <a:effectLst/>
      </p:bgPr>
    </p:bg>
    <p:spTree>
      <p:nvGrpSpPr>
        <p:cNvPr id="1" name=""/>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upo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orma libre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2" name="Forma libre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3" name="Forma libre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rtlCol="0" anchor="b" anchorCtr="0">
            <a:noAutofit/>
          </a:bodyPr>
          <a:lstStyle>
            <a:lvl1pPr>
              <a:defRPr lang="es-ES" sz="4400" b="1" i="0">
                <a:latin typeface="+mj-lt"/>
              </a:defRPr>
            </a:lvl1pPr>
          </a:lstStyle>
          <a:p>
            <a:pPr rtl="0"/>
            <a:r>
              <a:rPr lang="es-ES"/>
              <a:t>Haga clic para agregar un título </a:t>
            </a:r>
          </a:p>
        </p:txBody>
      </p:sp>
      <p:sp>
        <p:nvSpPr>
          <p:cNvPr id="2" name="Marcador de contenido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rtlCol="0">
            <a:normAutofit/>
          </a:bodyPr>
          <a:lstStyle>
            <a:lvl1pPr marL="283464" indent="-283464">
              <a:spcBef>
                <a:spcPts val="1800"/>
              </a:spcBef>
              <a:buFont typeface="Arial" panose="020B0604020202020204" pitchFamily="34" charset="0"/>
              <a:buChar char="•"/>
              <a:defRPr lang="es-ES" sz="2000"/>
            </a:lvl1pPr>
            <a:lvl2pPr indent="-283464">
              <a:spcBef>
                <a:spcPts val="1800"/>
              </a:spcBef>
              <a:defRPr lang="es-ES" sz="2000"/>
            </a:lvl2pPr>
            <a:lvl3pPr indent="-283464">
              <a:spcBef>
                <a:spcPts val="1800"/>
              </a:spcBef>
              <a:defRPr lang="es-ES" sz="2000"/>
            </a:lvl3pPr>
            <a:lvl4pPr indent="-283464">
              <a:spcBef>
                <a:spcPts val="1800"/>
              </a:spcBef>
              <a:defRPr lang="es-ES" sz="2000"/>
            </a:lvl4pPr>
            <a:lvl5pPr indent="-283464">
              <a:spcBef>
                <a:spcPts val="1800"/>
              </a:spcBef>
              <a:defRPr lang="es-ES" sz="20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8" name="Marcador de número de diapositiva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rtlCol="0"/>
          <a:lstStyle>
            <a:defPPr>
              <a:defRPr lang="es-ES"/>
            </a:defPPr>
          </a:lstStyle>
          <a:p>
            <a:pPr rtl="0"/>
            <a:fld id="{294A09A9-5501-47C1-A89A-A340965A2BE2}" type="slidenum">
              <a:rPr lang="es-ES" smtClean="0"/>
              <a:pPr rtl="0"/>
              <a:t>‹Nº›</a:t>
            </a:fld>
            <a:endParaRPr lang="es-ES" dirty="0">
              <a:latin typeface="+mn-lt"/>
            </a:endParaRPr>
          </a:p>
        </p:txBody>
      </p:sp>
      <p:sp>
        <p:nvSpPr>
          <p:cNvPr id="5" name="Marcador de fecha 4">
            <a:extLst>
              <a:ext uri="{FF2B5EF4-FFF2-40B4-BE49-F238E27FC236}">
                <a16:creationId xmlns:a16="http://schemas.microsoft.com/office/drawing/2014/main" id="{E9272B8D-F380-9F1A-C8E6-BDD2352B1763}"/>
              </a:ext>
            </a:extLst>
          </p:cNvPr>
          <p:cNvSpPr>
            <a:spLocks noGrp="1"/>
          </p:cNvSpPr>
          <p:nvPr>
            <p:ph type="dt" sz="half" idx="21"/>
          </p:nvPr>
        </p:nvSpPr>
        <p:spPr/>
        <p:txBody>
          <a:bodyPr rtlCol="0"/>
          <a:lstStyle>
            <a:defPPr>
              <a:defRPr lang="es-ES"/>
            </a:defPPr>
          </a:lstStyle>
          <a:p>
            <a:pPr rtl="0"/>
            <a:endParaRPr lang="es-ES"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ítulo">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rtlCol="0" anchor="b">
            <a:noAutofit/>
          </a:bodyPr>
          <a:lstStyle>
            <a:lvl1pPr algn="l">
              <a:lnSpc>
                <a:spcPct val="80000"/>
              </a:lnSpc>
              <a:defRPr lang="es-ES" sz="6000" b="1" i="0" spc="100" baseline="0">
                <a:solidFill>
                  <a:schemeClr val="bg1"/>
                </a:solidFill>
                <a:latin typeface="+mj-lt"/>
              </a:defRPr>
            </a:lvl1pPr>
          </a:lstStyle>
          <a:p>
            <a:pPr rtl="0"/>
            <a:r>
              <a:rPr lang="es-ES"/>
              <a:t>Haga clic para agregar un título </a:t>
            </a:r>
          </a:p>
        </p:txBody>
      </p:sp>
      <p:grpSp>
        <p:nvGrpSpPr>
          <p:cNvPr id="9" name="Grupo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orma lib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1" name="Forma lib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2" name="Forma lib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grpSp>
      <p:cxnSp>
        <p:nvCxnSpPr>
          <p:cNvPr id="13" name="Conector recto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Marcador de texto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rtlCol="0">
            <a:noAutofit/>
          </a:bodyPr>
          <a:lstStyle>
            <a:lvl1pPr marL="0" indent="0">
              <a:buNone/>
              <a:defRPr lang="es-ES" sz="2400" b="1" i="0">
                <a:solidFill>
                  <a:schemeClr val="tx2">
                    <a:lumMod val="75000"/>
                  </a:schemeClr>
                </a:solidFill>
                <a:latin typeface="+mn-lt"/>
              </a:defRPr>
            </a:lvl1pPr>
            <a:lvl2pPr>
              <a:defRPr lang="es-ES" sz="4000"/>
            </a:lvl2pPr>
            <a:lvl3pPr>
              <a:defRPr lang="es-ES" sz="4000"/>
            </a:lvl3pPr>
            <a:lvl4pPr>
              <a:defRPr lang="es-ES" sz="4000"/>
            </a:lvl4pPr>
            <a:lvl5pPr>
              <a:defRPr lang="es-ES" sz="4000"/>
            </a:lvl5pPr>
          </a:lstStyle>
          <a:p>
            <a:pPr lvl="0" rtl="0"/>
            <a:r>
              <a:rPr lang="es-ES"/>
              <a:t>Haga clic para agregar texto</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ítulo y dos contenidos 2">
    <p:bg>
      <p:bgPr>
        <a:solidFill>
          <a:schemeClr val="tx1"/>
        </a:solidFill>
        <a:effectLst/>
      </p:bgPr>
    </p:bg>
    <p:spTree>
      <p:nvGrpSpPr>
        <p:cNvPr id="1" name=""/>
        <p:cNvGrpSpPr/>
        <p:nvPr/>
      </p:nvGrpSpPr>
      <p:grpSpPr>
        <a:xfrm>
          <a:off x="0" y="0"/>
          <a:ext cx="0" cy="0"/>
          <a:chOff x="0" y="0"/>
          <a:chExt cx="0" cy="0"/>
        </a:xfrm>
      </p:grpSpPr>
      <p:grpSp>
        <p:nvGrpSpPr>
          <p:cNvPr id="11" name="Grupo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orma libre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3" name="Forma libre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4" name="Forma libre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gr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rtlCol="0" anchor="b" anchorCtr="0">
            <a:noAutofit/>
          </a:bodyPr>
          <a:lstStyle>
            <a:lvl1pPr>
              <a:defRPr lang="es-ES" sz="4400" b="1" i="0">
                <a:solidFill>
                  <a:schemeClr val="bg1"/>
                </a:solidFill>
                <a:latin typeface="+mj-lt"/>
              </a:defRPr>
            </a:lvl1pPr>
          </a:lstStyle>
          <a:p>
            <a:pPr rtl="0"/>
            <a:r>
              <a:rPr lang="es-ES"/>
              <a:t>Haga clic para agregar un título </a:t>
            </a:r>
          </a:p>
        </p:txBody>
      </p:sp>
      <p:sp>
        <p:nvSpPr>
          <p:cNvPr id="2" name="Marcador de contenido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rtlCol="0">
            <a:normAutofit/>
          </a:bodyPr>
          <a:lstStyle>
            <a:lvl1pPr marL="0" indent="0">
              <a:spcBef>
                <a:spcPts val="1800"/>
              </a:spcBef>
              <a:buFont typeface="Arial" panose="020B0604020202020204" pitchFamily="34" charset="0"/>
              <a:buNone/>
              <a:defRPr lang="es-ES" sz="2000"/>
            </a:lvl1pPr>
            <a:lvl2pPr marL="283464" indent="-283464">
              <a:spcBef>
                <a:spcPts val="1800"/>
              </a:spcBef>
              <a:defRPr lang="es-ES" sz="2000"/>
            </a:lvl2pPr>
            <a:lvl3pPr marL="594360" indent="-283464">
              <a:spcBef>
                <a:spcPts val="1800"/>
              </a:spcBef>
              <a:defRPr lang="es-ES" sz="2000"/>
            </a:lvl3pPr>
            <a:lvl4pPr marL="822960" indent="-283464">
              <a:spcBef>
                <a:spcPts val="1800"/>
              </a:spcBef>
              <a:defRPr lang="es-ES" sz="2000"/>
            </a:lvl4pPr>
            <a:lvl5pPr marL="1005840" indent="-283464">
              <a:spcBef>
                <a:spcPts val="1800"/>
              </a:spcBef>
              <a:defRPr lang="es-ES" sz="20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3" name="Marcador de contenido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rtlCol="0">
            <a:normAutofit/>
          </a:bodyPr>
          <a:lstStyle>
            <a:lvl1pPr marL="0" indent="0">
              <a:spcBef>
                <a:spcPts val="1800"/>
              </a:spcBef>
              <a:buFont typeface="Arial" panose="020B0604020202020204" pitchFamily="34" charset="0"/>
              <a:buNone/>
              <a:defRPr lang="es-ES" sz="2000"/>
            </a:lvl1pPr>
            <a:lvl2pPr marL="283464" indent="-283464">
              <a:spcBef>
                <a:spcPts val="1800"/>
              </a:spcBef>
              <a:defRPr lang="es-ES" sz="2000"/>
            </a:lvl2pPr>
            <a:lvl3pPr marL="548640" indent="-283464">
              <a:spcBef>
                <a:spcPts val="1800"/>
              </a:spcBef>
              <a:defRPr lang="es-ES" sz="2000"/>
            </a:lvl3pPr>
            <a:lvl4pPr marL="822960" indent="-283464">
              <a:spcBef>
                <a:spcPts val="1800"/>
              </a:spcBef>
              <a:defRPr lang="es-ES" sz="2000"/>
            </a:lvl4pPr>
            <a:lvl5pPr marL="1005840" indent="-283464">
              <a:spcBef>
                <a:spcPts val="1800"/>
              </a:spcBef>
              <a:defRPr lang="es-ES" sz="20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10" name="Marcador de número de diapositiva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es-ES"/>
            </a:defPPr>
          </a:lstStyle>
          <a:p>
            <a:pPr rtl="0"/>
            <a:fld id="{294A09A9-5501-47C1-A89A-A340965A2BE2}" type="slidenum">
              <a:rPr lang="es-ES" smtClean="0"/>
              <a:pPr rtl="0"/>
              <a:t>‹Nº›</a:t>
            </a:fld>
            <a:endParaRPr lang="es-ES" dirty="0">
              <a:latin typeface="+mn-lt"/>
            </a:endParaRPr>
          </a:p>
        </p:txBody>
      </p:sp>
      <p:sp>
        <p:nvSpPr>
          <p:cNvPr id="8" name="Marcador de fech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es-ES"/>
            </a:defPPr>
          </a:lstStyle>
          <a:p>
            <a:pPr rtl="0"/>
            <a:endParaRPr lang="es-ES" dirty="0">
              <a:latin typeface="+mn-lt"/>
            </a:endParaRPr>
          </a:p>
        </p:txBody>
      </p:sp>
      <p:cxnSp>
        <p:nvCxnSpPr>
          <p:cNvPr id="4" name="Conector recto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ítulo y contenido ">
    <p:bg>
      <p:bgPr>
        <a:solidFill>
          <a:schemeClr val="tx1"/>
        </a:solidFill>
        <a:effectLst/>
      </p:bgPr>
    </p:bg>
    <p:spTree>
      <p:nvGrpSpPr>
        <p:cNvPr id="1" name=""/>
        <p:cNvGrpSpPr/>
        <p:nvPr/>
      </p:nvGrpSpPr>
      <p:grpSpPr>
        <a:xfrm>
          <a:off x="0" y="0"/>
          <a:ext cx="0" cy="0"/>
          <a:chOff x="0" y="0"/>
          <a:chExt cx="0" cy="0"/>
        </a:xfrm>
      </p:grpSpPr>
      <p:grpSp>
        <p:nvGrpSpPr>
          <p:cNvPr id="11" name="Grupo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forma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3" name="Forma libre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4" name="Forma libre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8" name="Forma libre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defPPr>
                <a:defRPr lang="es-ES"/>
              </a:defPPr>
            </a:lstStyle>
            <a:p>
              <a:pPr rtl="0"/>
              <a:endParaRPr lang="es-ES" dirty="0"/>
            </a:p>
          </p:txBody>
        </p:sp>
        <p:sp>
          <p:nvSpPr>
            <p:cNvPr id="19" name="Forma libre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gr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rtlCol="0" anchor="b" anchorCtr="0">
            <a:noAutofit/>
          </a:bodyPr>
          <a:lstStyle>
            <a:lvl1pPr>
              <a:defRPr lang="es-ES" sz="4400" b="1" i="0">
                <a:solidFill>
                  <a:schemeClr val="bg1"/>
                </a:solidFill>
                <a:latin typeface="+mj-lt"/>
              </a:defRPr>
            </a:lvl1pPr>
          </a:lstStyle>
          <a:p>
            <a:pPr rtl="0"/>
            <a:r>
              <a:rPr lang="es-ES"/>
              <a:t>Haga clic para agregar un título </a:t>
            </a:r>
          </a:p>
        </p:txBody>
      </p:sp>
      <p:cxnSp>
        <p:nvCxnSpPr>
          <p:cNvPr id="4" name="Conector recto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Marcador de contenido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rtlCol="0">
            <a:normAutofit/>
          </a:bodyPr>
          <a:lstStyle>
            <a:lvl1pPr marL="457200" indent="-457200">
              <a:spcBef>
                <a:spcPts val="1800"/>
              </a:spcBef>
              <a:buFont typeface="+mj-lt"/>
              <a:buAutoNum type="arabicPeriod"/>
              <a:defRPr lang="es-ES" sz="2000"/>
            </a:lvl1pPr>
            <a:lvl2pPr marL="914400" indent="-457200">
              <a:spcBef>
                <a:spcPts val="1800"/>
              </a:spcBef>
              <a:buFont typeface="+mj-lt"/>
              <a:buAutoNum type="alphaLcPeriod"/>
              <a:defRPr lang="es-ES" sz="2000"/>
            </a:lvl2pPr>
            <a:lvl3pPr marL="1371600" indent="-457200">
              <a:spcBef>
                <a:spcPts val="1800"/>
              </a:spcBef>
              <a:buFont typeface="+mj-lt"/>
              <a:buAutoNum type="arabicParenR"/>
              <a:defRPr lang="es-ES" sz="2000"/>
            </a:lvl3pPr>
            <a:lvl4pPr marL="1371600" indent="0">
              <a:spcBef>
                <a:spcPts val="1800"/>
              </a:spcBef>
              <a:buFont typeface="+mj-lt"/>
              <a:buNone/>
              <a:defRPr lang="es-ES" sz="2000"/>
            </a:lvl4pPr>
            <a:lvl5pPr marL="2286000" indent="-457200">
              <a:spcBef>
                <a:spcPts val="1800"/>
              </a:spcBef>
              <a:buFont typeface="+mj-lt"/>
              <a:buAutoNum type="arabicPeriod"/>
              <a:defRPr lang="es-ES" sz="2000"/>
            </a:lvl5pPr>
          </a:lstStyle>
          <a:p>
            <a:pPr lvl="0" rtl="0"/>
            <a:r>
              <a:rPr lang="es-ES"/>
              <a:t>Haga clic para agregar contenido</a:t>
            </a:r>
          </a:p>
          <a:p>
            <a:pPr lvl="1" rtl="0"/>
            <a:r>
              <a:rPr lang="es-ES"/>
              <a:t>Segundo nivel</a:t>
            </a:r>
          </a:p>
          <a:p>
            <a:pPr lvl="2" rtl="0"/>
            <a:r>
              <a:rPr lang="es-ES"/>
              <a:t>Tercer nivel</a:t>
            </a:r>
          </a:p>
          <a:p>
            <a:pPr lvl="3" rtl="0"/>
            <a:endParaRPr lang="es-ES" dirty="0"/>
          </a:p>
        </p:txBody>
      </p:sp>
      <p:sp>
        <p:nvSpPr>
          <p:cNvPr id="2" name="Marcador de contenido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rtlCol="0">
            <a:normAutofit/>
          </a:bodyPr>
          <a:lstStyle>
            <a:lvl1pPr marL="0" indent="0">
              <a:spcBef>
                <a:spcPts val="1800"/>
              </a:spcBef>
              <a:buFont typeface="Arial" panose="020B0604020202020204" pitchFamily="34" charset="0"/>
              <a:buNone/>
              <a:defRPr lang="es-ES" sz="2000"/>
            </a:lvl1pPr>
            <a:lvl2pPr marL="283464" indent="-283464">
              <a:spcBef>
                <a:spcPts val="1800"/>
              </a:spcBef>
              <a:defRPr lang="es-ES" sz="2000"/>
            </a:lvl2pPr>
            <a:lvl3pPr marL="548640" indent="-283464">
              <a:spcBef>
                <a:spcPts val="1800"/>
              </a:spcBef>
              <a:defRPr lang="es-ES" sz="2000"/>
            </a:lvl3pPr>
            <a:lvl4pPr marL="822960" indent="-283464">
              <a:spcBef>
                <a:spcPts val="1800"/>
              </a:spcBef>
              <a:defRPr lang="es-ES" sz="2000"/>
            </a:lvl4pPr>
            <a:lvl5pPr marL="1005840" indent="-283464">
              <a:spcBef>
                <a:spcPts val="1800"/>
              </a:spcBef>
              <a:defRPr lang="es-ES" sz="20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10" name="Marcador de número de diapositiva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es-ES"/>
            </a:defPPr>
          </a:lstStyle>
          <a:p>
            <a:pPr rtl="0"/>
            <a:fld id="{294A09A9-5501-47C1-A89A-A340965A2BE2}" type="slidenum">
              <a:rPr lang="es-ES" smtClean="0"/>
              <a:pPr rtl="0"/>
              <a:t>‹Nº›</a:t>
            </a:fld>
            <a:endParaRPr lang="es-ES" dirty="0">
              <a:latin typeface="+mn-lt"/>
            </a:endParaRPr>
          </a:p>
        </p:txBody>
      </p:sp>
      <p:sp>
        <p:nvSpPr>
          <p:cNvPr id="8" name="Marcador de fech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es-ES"/>
            </a:defPPr>
          </a:lstStyle>
          <a:p>
            <a:pPr rtl="0"/>
            <a:endParaRPr lang="es-ES" dirty="0">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ido e imagen del título">
    <p:bg>
      <p:bgPr>
        <a:solidFill>
          <a:schemeClr val="tx1"/>
        </a:solidFill>
        <a:effectLst/>
      </p:bgPr>
    </p:bg>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rtlCol="0" anchor="b" anchorCtr="0">
            <a:noAutofit/>
          </a:bodyPr>
          <a:lstStyle>
            <a:lvl1pPr>
              <a:defRPr lang="es-ES" sz="4400" b="1" i="0">
                <a:solidFill>
                  <a:schemeClr val="bg1"/>
                </a:solidFill>
                <a:latin typeface="+mj-lt"/>
              </a:defRPr>
            </a:lvl1pPr>
          </a:lstStyle>
          <a:p>
            <a:pPr rtl="0"/>
            <a:r>
              <a:rPr lang="es-ES"/>
              <a:t>Haga clic para agregar un título </a:t>
            </a:r>
          </a:p>
        </p:txBody>
      </p:sp>
      <p:sp>
        <p:nvSpPr>
          <p:cNvPr id="3" name="Marcador de contenido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rtlCol="0">
            <a:normAutofit/>
          </a:bodyPr>
          <a:lstStyle>
            <a:lvl1pPr marL="0" indent="0">
              <a:spcBef>
                <a:spcPts val="1800"/>
              </a:spcBef>
              <a:buFont typeface="Arial" panose="020B0604020202020204" pitchFamily="34" charset="0"/>
              <a:buNone/>
              <a:defRPr lang="es-ES" sz="2000"/>
            </a:lvl1pPr>
            <a:lvl2pPr indent="-283464">
              <a:spcBef>
                <a:spcPts val="1800"/>
              </a:spcBef>
              <a:defRPr lang="es-ES" sz="2000"/>
            </a:lvl2pPr>
            <a:lvl3pPr indent="-283464">
              <a:spcBef>
                <a:spcPts val="1800"/>
              </a:spcBef>
              <a:defRPr lang="es-ES" sz="2000"/>
            </a:lvl3pPr>
            <a:lvl4pPr indent="-283464">
              <a:spcBef>
                <a:spcPts val="1800"/>
              </a:spcBef>
              <a:defRPr lang="es-ES" sz="2000"/>
            </a:lvl4pPr>
            <a:lvl5pPr indent="-283464">
              <a:spcBef>
                <a:spcPts val="1800"/>
              </a:spcBef>
              <a:defRPr lang="es-ES" sz="20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cxnSp>
        <p:nvCxnSpPr>
          <p:cNvPr id="4" name="Conector recto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Marcador de posición de imagen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rtlCol="0">
            <a:normAutofit/>
          </a:bodyPr>
          <a:lstStyle>
            <a:lvl1pPr marL="0" indent="0" algn="ctr">
              <a:buNone/>
              <a:defRPr lang="es-ES" sz="2000">
                <a:solidFill>
                  <a:schemeClr val="bg1"/>
                </a:solidFill>
              </a:defRPr>
            </a:lvl1pPr>
          </a:lstStyle>
          <a:p>
            <a:pPr rtl="0"/>
            <a:r>
              <a:rPr lang="es-ES"/>
              <a:t>Haga clic en el icono para agregar una imagen</a:t>
            </a:r>
          </a:p>
        </p:txBody>
      </p:sp>
      <p:sp>
        <p:nvSpPr>
          <p:cNvPr id="10" name="Marcador de número de diapositiva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es-ES"/>
            </a:defPPr>
          </a:lstStyle>
          <a:p>
            <a:pPr rtl="0"/>
            <a:fld id="{294A09A9-5501-47C1-A89A-A340965A2BE2}" type="slidenum">
              <a:rPr lang="es-ES" smtClean="0"/>
              <a:pPr rtl="0"/>
              <a:t>‹Nº›</a:t>
            </a:fld>
            <a:endParaRPr lang="es-ES" dirty="0">
              <a:latin typeface="+mn-lt"/>
            </a:endParaRPr>
          </a:p>
        </p:txBody>
      </p:sp>
      <p:sp>
        <p:nvSpPr>
          <p:cNvPr id="8" name="Marcador de fech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es-ES"/>
            </a:defPPr>
          </a:lstStyle>
          <a:p>
            <a:pPr rtl="0"/>
            <a:endParaRPr lang="es-ES" dirty="0">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ido y tabla del título">
    <p:bg>
      <p:bgPr>
        <a:solidFill>
          <a:schemeClr val="tx1"/>
        </a:solidFill>
        <a:effectLst/>
      </p:bgPr>
    </p:bg>
    <p:spTree>
      <p:nvGrpSpPr>
        <p:cNvPr id="1" name=""/>
        <p:cNvGrpSpPr/>
        <p:nvPr/>
      </p:nvGrpSpPr>
      <p:grpSpPr>
        <a:xfrm>
          <a:off x="0" y="0"/>
          <a:ext cx="0" cy="0"/>
          <a:chOff x="0" y="0"/>
          <a:chExt cx="0" cy="0"/>
        </a:xfrm>
      </p:grpSpPr>
      <p:grpSp>
        <p:nvGrpSpPr>
          <p:cNvPr id="5" name="Grupo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orma libre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5" name="Forma libre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7" name="Forma libre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gr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rtlCol="0" anchor="b" anchorCtr="0">
            <a:noAutofit/>
          </a:bodyPr>
          <a:lstStyle>
            <a:lvl1pPr>
              <a:defRPr lang="es-ES" sz="4400" b="1" i="0">
                <a:solidFill>
                  <a:schemeClr val="bg1"/>
                </a:solidFill>
                <a:latin typeface="+mj-lt"/>
              </a:defRPr>
            </a:lvl1pPr>
          </a:lstStyle>
          <a:p>
            <a:pPr rtl="0"/>
            <a:r>
              <a:rPr lang="es-ES"/>
              <a:t>Haga clic para agregar un título </a:t>
            </a:r>
          </a:p>
        </p:txBody>
      </p:sp>
      <p:cxnSp>
        <p:nvCxnSpPr>
          <p:cNvPr id="4" name="Conector recto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Marcador de contenido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rtlCol="0">
            <a:normAutofit/>
          </a:bodyPr>
          <a:lstStyle>
            <a:lvl1pPr marL="0" indent="0">
              <a:spcBef>
                <a:spcPts val="1800"/>
              </a:spcBef>
              <a:buFont typeface="Arial" panose="020B0604020202020204" pitchFamily="34" charset="0"/>
              <a:buNone/>
              <a:defRPr lang="es-ES" sz="2000"/>
            </a:lvl1pPr>
            <a:lvl2pPr marL="457200" indent="0">
              <a:spcBef>
                <a:spcPts val="1800"/>
              </a:spcBef>
              <a:buNone/>
              <a:defRPr lang="es-ES" sz="2000"/>
            </a:lvl2pPr>
            <a:lvl3pPr marL="914400" indent="0">
              <a:spcBef>
                <a:spcPts val="1800"/>
              </a:spcBef>
              <a:buNone/>
              <a:defRPr lang="es-ES" sz="2000"/>
            </a:lvl3pPr>
            <a:lvl4pPr marL="1371600" indent="0">
              <a:spcBef>
                <a:spcPts val="1800"/>
              </a:spcBef>
              <a:buNone/>
              <a:defRPr lang="es-ES" sz="2000"/>
            </a:lvl4pPr>
            <a:lvl5pPr marL="1828800" indent="0">
              <a:spcBef>
                <a:spcPts val="1800"/>
              </a:spcBef>
              <a:buNone/>
              <a:defRPr lang="es-ES" sz="20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6" name="Marcador de contenido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rtlCol="0">
            <a:normAutofit/>
          </a:bodyPr>
          <a:lstStyle>
            <a:lvl1pPr marL="0" indent="0">
              <a:spcBef>
                <a:spcPts val="1800"/>
              </a:spcBef>
              <a:buNone/>
              <a:defRPr lang="es-ES" sz="2000"/>
            </a:lvl1pPr>
            <a:lvl2pPr>
              <a:spcBef>
                <a:spcPts val="600"/>
              </a:spcBef>
              <a:defRPr lang="es-ES" sz="2000"/>
            </a:lvl2pPr>
            <a:lvl3pPr>
              <a:spcBef>
                <a:spcPts val="1800"/>
              </a:spcBef>
              <a:defRPr lang="es-ES" sz="2000"/>
            </a:lvl3pPr>
            <a:lvl4pPr>
              <a:spcBef>
                <a:spcPts val="1800"/>
              </a:spcBef>
              <a:defRPr lang="es-ES" sz="2000"/>
            </a:lvl4pPr>
            <a:lvl5pPr>
              <a:spcBef>
                <a:spcPts val="1800"/>
              </a:spcBef>
              <a:defRPr lang="es-ES" sz="20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10" name="Marcador de número de diapositiva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es-ES"/>
            </a:defPPr>
          </a:lstStyle>
          <a:p>
            <a:pPr rtl="0"/>
            <a:fld id="{294A09A9-5501-47C1-A89A-A340965A2BE2}" type="slidenum">
              <a:rPr lang="es-ES" smtClean="0"/>
              <a:pPr rtl="0"/>
              <a:t>‹Nº›</a:t>
            </a:fld>
            <a:endParaRPr lang="es-ES" dirty="0">
              <a:latin typeface="+mn-lt"/>
            </a:endParaRPr>
          </a:p>
        </p:txBody>
      </p:sp>
      <p:sp>
        <p:nvSpPr>
          <p:cNvPr id="8" name="Marcador de fech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es-ES"/>
            </a:defPPr>
          </a:lstStyle>
          <a:p>
            <a:pPr rtl="0"/>
            <a:endParaRPr lang="es-ES" dirty="0">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ítulo y dos contenidos">
    <p:bg>
      <p:bgPr>
        <a:solidFill>
          <a:schemeClr val="tx1"/>
        </a:solidFill>
        <a:effectLst/>
      </p:bgPr>
    </p:bg>
    <p:spTree>
      <p:nvGrpSpPr>
        <p:cNvPr id="1" name=""/>
        <p:cNvGrpSpPr/>
        <p:nvPr/>
      </p:nvGrpSpPr>
      <p:grpSpPr>
        <a:xfrm>
          <a:off x="0" y="0"/>
          <a:ext cx="0" cy="0"/>
          <a:chOff x="0" y="0"/>
          <a:chExt cx="0" cy="0"/>
        </a:xfrm>
      </p:grpSpPr>
      <p:grpSp>
        <p:nvGrpSpPr>
          <p:cNvPr id="11" name="Grupo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orma libre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3" name="Forma libre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4" name="Forma libre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gr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rtlCol="0" anchor="b" anchorCtr="0">
            <a:noAutofit/>
          </a:bodyPr>
          <a:lstStyle>
            <a:lvl1pPr>
              <a:defRPr lang="es-ES" sz="4400" b="1" i="0">
                <a:solidFill>
                  <a:schemeClr val="bg1"/>
                </a:solidFill>
                <a:latin typeface="+mj-lt"/>
              </a:defRPr>
            </a:lvl1pPr>
          </a:lstStyle>
          <a:p>
            <a:pPr rtl="0"/>
            <a:r>
              <a:rPr lang="es-ES"/>
              <a:t>Haga clic para agregar un título </a:t>
            </a:r>
          </a:p>
        </p:txBody>
      </p:sp>
      <p:cxnSp>
        <p:nvCxnSpPr>
          <p:cNvPr id="4" name="Conector recto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Marcador de contenido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rtlCol="0">
            <a:normAutofit/>
          </a:bodyPr>
          <a:lstStyle>
            <a:lvl1pPr marL="0" indent="0">
              <a:spcBef>
                <a:spcPts val="1800"/>
              </a:spcBef>
              <a:buNone/>
              <a:defRPr lang="es-ES" sz="2000"/>
            </a:lvl1pPr>
            <a:lvl2pPr>
              <a:spcBef>
                <a:spcPts val="600"/>
              </a:spcBef>
              <a:defRPr lang="es-ES" sz="2000"/>
            </a:lvl2pPr>
            <a:lvl3pPr>
              <a:spcBef>
                <a:spcPts val="1800"/>
              </a:spcBef>
              <a:defRPr lang="es-ES" sz="2000"/>
            </a:lvl3pPr>
            <a:lvl4pPr>
              <a:spcBef>
                <a:spcPts val="1800"/>
              </a:spcBef>
              <a:defRPr lang="es-ES" sz="2000"/>
            </a:lvl4pPr>
            <a:lvl5pPr>
              <a:spcBef>
                <a:spcPts val="1800"/>
              </a:spcBef>
              <a:defRPr lang="es-ES" sz="20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7" name="Marcador de contenido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rtlCol="0">
            <a:normAutofit/>
          </a:bodyPr>
          <a:lstStyle>
            <a:lvl1pPr marL="342900" indent="-342900">
              <a:spcBef>
                <a:spcPts val="1800"/>
              </a:spcBef>
              <a:buFont typeface="Arial" panose="020B0604020202020204" pitchFamily="34" charset="0"/>
              <a:buChar char="•"/>
              <a:defRPr lang="es-ES" sz="2000"/>
            </a:lvl1pPr>
            <a:lvl2pPr>
              <a:spcBef>
                <a:spcPts val="1800"/>
              </a:spcBef>
              <a:defRPr lang="es-ES" sz="2000"/>
            </a:lvl2pPr>
            <a:lvl3pPr>
              <a:spcBef>
                <a:spcPts val="1800"/>
              </a:spcBef>
              <a:defRPr lang="es-ES" sz="2000"/>
            </a:lvl3pPr>
            <a:lvl4pPr>
              <a:spcBef>
                <a:spcPts val="1800"/>
              </a:spcBef>
              <a:defRPr lang="es-ES" sz="2000"/>
            </a:lvl4pPr>
            <a:lvl5pPr>
              <a:spcBef>
                <a:spcPts val="1800"/>
              </a:spcBef>
              <a:defRPr lang="es-ES" sz="20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8" name="Marcador de fech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es-ES"/>
            </a:defPPr>
          </a:lstStyle>
          <a:p>
            <a:pPr rtl="0"/>
            <a:endParaRPr lang="es-ES" dirty="0">
              <a:latin typeface="+mn-lt"/>
            </a:endParaRPr>
          </a:p>
        </p:txBody>
      </p:sp>
      <p:sp>
        <p:nvSpPr>
          <p:cNvPr id="10" name="Marcador de número de diapositiva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es-ES"/>
            </a:defPPr>
          </a:lstStyle>
          <a:p>
            <a:pPr rtl="0"/>
            <a:fld id="{294A09A9-5501-47C1-A89A-A340965A2BE2}" type="slidenum">
              <a:rPr lang="es-ES" smtClean="0"/>
              <a:pPr rtl="0"/>
              <a:t>‹Nº›</a:t>
            </a:fld>
            <a:endParaRPr lang="es-ES" dirty="0">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a 2">
    <p:bg>
      <p:bgPr>
        <a:solidFill>
          <a:schemeClr val="tx1"/>
        </a:solidFill>
        <a:effectLst/>
      </p:bgPr>
    </p:bg>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rtlCol="0" anchor="b" anchorCtr="0">
            <a:noAutofit/>
          </a:bodyPr>
          <a:lstStyle>
            <a:lvl1pPr>
              <a:defRPr lang="es-ES" sz="4400" b="1" i="0">
                <a:solidFill>
                  <a:schemeClr val="bg1"/>
                </a:solidFill>
                <a:latin typeface="+mj-lt"/>
              </a:defRPr>
            </a:lvl1pPr>
          </a:lstStyle>
          <a:p>
            <a:pPr rtl="0"/>
            <a:r>
              <a:rPr lang="es-ES"/>
              <a:t>Haga clic para agregar un título </a:t>
            </a:r>
          </a:p>
        </p:txBody>
      </p:sp>
      <p:sp>
        <p:nvSpPr>
          <p:cNvPr id="9" name="Marcador de posición de la tabla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rtlCol="0">
            <a:noAutofit/>
          </a:bodyPr>
          <a:lstStyle>
            <a:lvl1pPr>
              <a:defRPr lang="es-ES"/>
            </a:lvl1pPr>
          </a:lstStyle>
          <a:p>
            <a:pPr rtl="0"/>
            <a:r>
              <a:rPr lang="es-ES"/>
              <a:t>Haga clic en el icono para agregar una tabla</a:t>
            </a:r>
          </a:p>
        </p:txBody>
      </p:sp>
      <p:sp>
        <p:nvSpPr>
          <p:cNvPr id="10" name="Marcador de número de diapositiva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es-ES"/>
            </a:defPPr>
          </a:lstStyle>
          <a:p>
            <a:pPr rtl="0"/>
            <a:fld id="{294A09A9-5501-47C1-A89A-A340965A2BE2}" type="slidenum">
              <a:rPr lang="es-ES" smtClean="0"/>
              <a:pPr rtl="0"/>
              <a:t>‹Nº›</a:t>
            </a:fld>
            <a:endParaRPr lang="es-ES" dirty="0">
              <a:latin typeface="+mn-lt"/>
            </a:endParaRPr>
          </a:p>
        </p:txBody>
      </p:sp>
      <p:sp>
        <p:nvSpPr>
          <p:cNvPr id="8" name="Marcador de fech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es-ES"/>
            </a:defPPr>
          </a:lstStyle>
          <a:p>
            <a:pPr rtl="0"/>
            <a:endParaRPr lang="es-ES" dirty="0">
              <a:latin typeface="+mn-lt"/>
            </a:endParaRPr>
          </a:p>
        </p:txBody>
      </p:sp>
      <p:cxnSp>
        <p:nvCxnSpPr>
          <p:cNvPr id="4" name="Conector recto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ítulo 3">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rtlCol="0" anchor="b">
            <a:noAutofit/>
          </a:bodyPr>
          <a:lstStyle>
            <a:lvl1pPr algn="l">
              <a:lnSpc>
                <a:spcPct val="80000"/>
              </a:lnSpc>
              <a:defRPr lang="es-ES" sz="6000" b="1" i="0" spc="100" baseline="0">
                <a:solidFill>
                  <a:schemeClr val="bg1"/>
                </a:solidFill>
                <a:latin typeface="+mj-lt"/>
              </a:defRPr>
            </a:lvl1pPr>
          </a:lstStyle>
          <a:p>
            <a:pPr rtl="0"/>
            <a:r>
              <a:rPr lang="es-ES"/>
              <a:t>Haga clic para agregar un título </a:t>
            </a:r>
          </a:p>
        </p:txBody>
      </p:sp>
      <p:grpSp>
        <p:nvGrpSpPr>
          <p:cNvPr id="9" name="Grupo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orma lib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1" name="Forma lib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2" name="Forma lib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grpSp>
      <p:sp>
        <p:nvSpPr>
          <p:cNvPr id="18" name="Marcador de texto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rtlCol="0">
            <a:noAutofit/>
          </a:bodyPr>
          <a:lstStyle>
            <a:lvl1pPr marL="0" indent="0">
              <a:buNone/>
              <a:defRPr lang="es-ES" sz="2400" b="1" i="0">
                <a:solidFill>
                  <a:schemeClr val="tx2">
                    <a:lumMod val="75000"/>
                  </a:schemeClr>
                </a:solidFill>
                <a:latin typeface="+mn-lt"/>
              </a:defRPr>
            </a:lvl1pPr>
            <a:lvl2pPr>
              <a:defRPr lang="es-ES" sz="4000"/>
            </a:lvl2pPr>
            <a:lvl3pPr>
              <a:defRPr lang="es-ES" sz="4000"/>
            </a:lvl3pPr>
            <a:lvl4pPr>
              <a:defRPr lang="es-ES" sz="4000"/>
            </a:lvl4pPr>
            <a:lvl5pPr>
              <a:defRPr lang="es-ES" sz="4000"/>
            </a:lvl5pPr>
          </a:lstStyle>
          <a:p>
            <a:pPr lvl="0" rtl="0"/>
            <a:r>
              <a:rPr lang="es-ES"/>
              <a:t>Haga clic para agregar texto</a:t>
            </a:r>
          </a:p>
        </p:txBody>
      </p:sp>
      <p:cxnSp>
        <p:nvCxnSpPr>
          <p:cNvPr id="4" name="Conector recto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defPPr>
              <a:defRPr lang="es-ES"/>
            </a:defPPr>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p>
        </p:txBody>
      </p:sp>
      <p:sp>
        <p:nvSpPr>
          <p:cNvPr id="12" name="Marcador de título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defPPr>
              <a:defRPr lang="es-ES"/>
            </a:defPPr>
          </a:lstStyle>
          <a:p>
            <a:pPr rtl="0"/>
            <a:r>
              <a:rPr lang="es-ES"/>
              <a:t>Haga clic para modificar el estilo de título del patrón</a:t>
            </a:r>
          </a:p>
        </p:txBody>
      </p:sp>
      <p:sp>
        <p:nvSpPr>
          <p:cNvPr id="30" name="Marcador de fecha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lang="es-ES" sz="1100" b="0" i="0">
                <a:solidFill>
                  <a:schemeClr val="bg1"/>
                </a:solidFill>
                <a:latin typeface="+mn-lt"/>
              </a:defRPr>
            </a:lvl1pPr>
          </a:lstStyle>
          <a:p>
            <a:pPr rtl="0"/>
            <a:endParaRPr lang="es-ES" dirty="0">
              <a:latin typeface="+mn-lt"/>
            </a:endParaRPr>
          </a:p>
        </p:txBody>
      </p:sp>
      <p:sp>
        <p:nvSpPr>
          <p:cNvPr id="32" name="Marcador de número de diapositiva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lang="es-ES" sz="1100" b="1" i="0">
                <a:solidFill>
                  <a:schemeClr val="bg1"/>
                </a:solidFill>
                <a:latin typeface="+mn-lt"/>
              </a:defRPr>
            </a:lvl1pPr>
          </a:lstStyle>
          <a:p>
            <a:pPr rtl="0"/>
            <a:fld id="{294A09A9-5501-47C1-A89A-A340965A2BE2}" type="slidenum">
              <a:rPr lang="es-ES" smtClean="0"/>
              <a:pPr rtl="0"/>
              <a:t>‹Nº›</a:t>
            </a:fld>
            <a:endParaRPr lang="es-E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lang="es-ES" sz="4400" b="1" i="0" kern="1200" spc="100" baseline="0">
          <a:solidFill>
            <a:schemeClr val="bg1"/>
          </a:solidFill>
          <a:latin typeface="+mj-lt"/>
          <a:ea typeface="+mj-ea"/>
          <a:cs typeface="+mj-cs"/>
        </a:defRPr>
      </a:lvl1pPr>
      <a:lvl2pPr eaLnBrk="1" hangingPunct="1">
        <a:defRPr lang="es-ES">
          <a:solidFill>
            <a:schemeClr val="tx2"/>
          </a:solidFill>
        </a:defRPr>
      </a:lvl2pPr>
      <a:lvl3pPr eaLnBrk="1" hangingPunct="1">
        <a:defRPr lang="es-ES">
          <a:solidFill>
            <a:schemeClr val="tx2"/>
          </a:solidFill>
        </a:defRPr>
      </a:lvl3pPr>
      <a:lvl4pPr eaLnBrk="1" hangingPunct="1">
        <a:defRPr lang="es-ES">
          <a:solidFill>
            <a:schemeClr val="tx2"/>
          </a:solidFill>
        </a:defRPr>
      </a:lvl4pPr>
      <a:lvl5pPr eaLnBrk="1" hangingPunct="1">
        <a:defRPr lang="es-ES">
          <a:solidFill>
            <a:schemeClr val="tx2"/>
          </a:solidFill>
        </a:defRPr>
      </a:lvl5pPr>
      <a:lvl6pPr eaLnBrk="1" hangingPunct="1">
        <a:defRPr lang="es-ES">
          <a:solidFill>
            <a:schemeClr val="tx2"/>
          </a:solidFill>
        </a:defRPr>
      </a:lvl6pPr>
      <a:lvl7pPr eaLnBrk="1" hangingPunct="1">
        <a:defRPr lang="es-ES">
          <a:solidFill>
            <a:schemeClr val="tx2"/>
          </a:solidFill>
        </a:defRPr>
      </a:lvl7pPr>
      <a:lvl8pPr eaLnBrk="1" hangingPunct="1">
        <a:defRPr lang="es-ES">
          <a:solidFill>
            <a:schemeClr val="tx2"/>
          </a:solidFill>
        </a:defRPr>
      </a:lvl8pPr>
      <a:lvl9pPr eaLnBrk="1" hangingPunct="1">
        <a:defRPr lang="es-ES">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lang="es-ES"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lang="es-ES"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lang="es-ES"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lang="es-ES"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lang="es-ES"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9pPr>
    </p:bodyStyle>
    <p:otherStyle>
      <a:defPPr>
        <a:defRPr lang="es-ES"/>
      </a:defPPr>
      <a:lvl1pPr marL="0" algn="l" defTabSz="914400" rtl="0" eaLnBrk="1" latinLnBrk="0" hangingPunct="1">
        <a:defRPr lang="es-ES" sz="1800" kern="1200">
          <a:solidFill>
            <a:schemeClr val="tx1"/>
          </a:solidFill>
          <a:latin typeface="+mn-lt"/>
          <a:ea typeface="+mn-ea"/>
          <a:cs typeface="+mn-cs"/>
        </a:defRPr>
      </a:lvl1pPr>
      <a:lvl2pPr marL="457200" algn="l" defTabSz="914400" rtl="0" eaLnBrk="1" latinLnBrk="0" hangingPunct="1">
        <a:defRPr lang="es-ES" sz="1800" kern="1200">
          <a:solidFill>
            <a:schemeClr val="tx1"/>
          </a:solidFill>
          <a:latin typeface="+mn-lt"/>
          <a:ea typeface="+mn-ea"/>
          <a:cs typeface="+mn-cs"/>
        </a:defRPr>
      </a:lvl2pPr>
      <a:lvl3pPr marL="914400" algn="l" defTabSz="914400" rtl="0" eaLnBrk="1" latinLnBrk="0" hangingPunct="1">
        <a:defRPr lang="es-ES" sz="1800" kern="1200">
          <a:solidFill>
            <a:schemeClr val="tx1"/>
          </a:solidFill>
          <a:latin typeface="+mn-lt"/>
          <a:ea typeface="+mn-ea"/>
          <a:cs typeface="+mn-cs"/>
        </a:defRPr>
      </a:lvl3pPr>
      <a:lvl4pPr marL="1371600" algn="l" defTabSz="914400" rtl="0" eaLnBrk="1" latinLnBrk="0" hangingPunct="1">
        <a:defRPr lang="es-ES" sz="1800" kern="1200">
          <a:solidFill>
            <a:schemeClr val="tx1"/>
          </a:solidFill>
          <a:latin typeface="+mn-lt"/>
          <a:ea typeface="+mn-ea"/>
          <a:cs typeface="+mn-cs"/>
        </a:defRPr>
      </a:lvl4pPr>
      <a:lvl5pPr marL="1828800" algn="l" defTabSz="914400" rtl="0" eaLnBrk="1" latinLnBrk="0" hangingPunct="1">
        <a:defRPr lang="es-ES" sz="1800" kern="1200">
          <a:solidFill>
            <a:schemeClr val="tx1"/>
          </a:solidFill>
          <a:latin typeface="+mn-lt"/>
          <a:ea typeface="+mn-ea"/>
          <a:cs typeface="+mn-cs"/>
        </a:defRPr>
      </a:lvl5pPr>
      <a:lvl6pPr marL="2286000" algn="l" defTabSz="914400" rtl="0" eaLnBrk="1" latinLnBrk="0" hangingPunct="1">
        <a:defRPr lang="es-ES" sz="1800" kern="1200">
          <a:solidFill>
            <a:schemeClr val="tx1"/>
          </a:solidFill>
          <a:latin typeface="+mn-lt"/>
          <a:ea typeface="+mn-ea"/>
          <a:cs typeface="+mn-cs"/>
        </a:defRPr>
      </a:lvl6pPr>
      <a:lvl7pPr marL="2743200" algn="l" defTabSz="914400" rtl="0" eaLnBrk="1" latinLnBrk="0" hangingPunct="1">
        <a:defRPr lang="es-ES" sz="1800" kern="1200">
          <a:solidFill>
            <a:schemeClr val="tx1"/>
          </a:solidFill>
          <a:latin typeface="+mn-lt"/>
          <a:ea typeface="+mn-ea"/>
          <a:cs typeface="+mn-cs"/>
        </a:defRPr>
      </a:lvl7pPr>
      <a:lvl8pPr marL="3200400" algn="l" defTabSz="914400" rtl="0" eaLnBrk="1" latinLnBrk="0" hangingPunct="1">
        <a:defRPr lang="es-ES" sz="1800" kern="1200">
          <a:solidFill>
            <a:schemeClr val="tx1"/>
          </a:solidFill>
          <a:latin typeface="+mn-lt"/>
          <a:ea typeface="+mn-ea"/>
          <a:cs typeface="+mn-cs"/>
        </a:defRPr>
      </a:lvl8pPr>
      <a:lvl9pPr marL="3657600" algn="l" defTabSz="914400" rtl="0" eaLnBrk="1" latinLnBrk="0" hangingPunct="1">
        <a:defRPr lang="es-ES"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B1D9D6-2977-ABCD-FDF8-51AFA5064E54}"/>
              </a:ext>
            </a:extLst>
          </p:cNvPr>
          <p:cNvSpPr>
            <a:spLocks noGrp="1"/>
          </p:cNvSpPr>
          <p:nvPr>
            <p:ph type="ctrTitle"/>
          </p:nvPr>
        </p:nvSpPr>
        <p:spPr>
          <a:xfrm>
            <a:off x="6309904" y="411479"/>
            <a:ext cx="5486400" cy="3291840"/>
          </a:xfrm>
        </p:spPr>
        <p:txBody>
          <a:bodyPr rtlCol="0"/>
          <a:lstStyle>
            <a:defPPr>
              <a:defRPr lang="es-ES"/>
            </a:defPPr>
          </a:lstStyle>
          <a:p>
            <a:pPr rtl="0"/>
            <a:r>
              <a:rPr lang="es-ES" dirty="0"/>
              <a:t>Administración de Pasivos Corrientes</a:t>
            </a:r>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B19EE4-71DF-BFAF-8632-54AD8ED7DC83}"/>
              </a:ext>
            </a:extLst>
          </p:cNvPr>
          <p:cNvSpPr>
            <a:spLocks noGrp="1"/>
          </p:cNvSpPr>
          <p:nvPr>
            <p:ph type="title"/>
          </p:nvPr>
        </p:nvSpPr>
        <p:spPr/>
        <p:txBody>
          <a:bodyPr/>
          <a:lstStyle/>
          <a:p>
            <a:r>
              <a:rPr lang="es-ES" dirty="0"/>
              <a:t>Pasivos espontáneos</a:t>
            </a:r>
            <a:endParaRPr lang="es-GT" dirty="0"/>
          </a:p>
        </p:txBody>
      </p:sp>
      <p:sp>
        <p:nvSpPr>
          <p:cNvPr id="3" name="Marcador de contenido 2">
            <a:extLst>
              <a:ext uri="{FF2B5EF4-FFF2-40B4-BE49-F238E27FC236}">
                <a16:creationId xmlns:a16="http://schemas.microsoft.com/office/drawing/2014/main" id="{1AFF5C86-9A87-C9A2-098E-37218285866F}"/>
              </a:ext>
            </a:extLst>
          </p:cNvPr>
          <p:cNvSpPr>
            <a:spLocks noGrp="1"/>
          </p:cNvSpPr>
          <p:nvPr>
            <p:ph sz="quarter" idx="13"/>
          </p:nvPr>
        </p:nvSpPr>
        <p:spPr/>
        <p:txBody>
          <a:bodyPr>
            <a:normAutofit/>
          </a:bodyPr>
          <a:lstStyle/>
          <a:p>
            <a:pPr marL="0" indent="0" algn="just">
              <a:buNone/>
            </a:pPr>
            <a:r>
              <a:rPr lang="es-MX" sz="3600" dirty="0"/>
              <a:t>Surgen en el curso normal de un negocio. Las dos fuentes espontáneas principales de financiamiento a corto plazo son las cuentas por pagar y las deudas acumuladas.</a:t>
            </a:r>
            <a:endParaRPr lang="es-GT" sz="3600" dirty="0"/>
          </a:p>
        </p:txBody>
      </p:sp>
    </p:spTree>
    <p:extLst>
      <p:ext uri="{BB962C8B-B14F-4D97-AF65-F5344CB8AC3E}">
        <p14:creationId xmlns:p14="http://schemas.microsoft.com/office/powerpoint/2010/main" val="15729459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B8CE60-587E-1D5C-8B50-ED3441BA49CE}"/>
              </a:ext>
            </a:extLst>
          </p:cNvPr>
          <p:cNvSpPr>
            <a:spLocks noGrp="1"/>
          </p:cNvSpPr>
          <p:nvPr>
            <p:ph type="ctrTitle"/>
          </p:nvPr>
        </p:nvSpPr>
        <p:spPr>
          <a:xfrm>
            <a:off x="6299835" y="430529"/>
            <a:ext cx="5486400" cy="3291840"/>
          </a:xfrm>
        </p:spPr>
        <p:txBody>
          <a:bodyPr rtlCol="0"/>
          <a:lstStyle>
            <a:defPPr>
              <a:defRPr lang="es-ES"/>
            </a:defPPr>
          </a:lstStyle>
          <a:p>
            <a:pPr rtl="0"/>
            <a:r>
              <a:rPr lang="es-ES" dirty="0"/>
              <a:t>Administración de las Cuentas por Pagar</a:t>
            </a:r>
          </a:p>
        </p:txBody>
      </p:sp>
      <p:pic>
        <p:nvPicPr>
          <p:cNvPr id="12" name="Marcador de posición de imagen 4" descr="Primer plano de un grano de madera">
            <a:extLst>
              <a:ext uri="{FF2B5EF4-FFF2-40B4-BE49-F238E27FC236}">
                <a16:creationId xmlns:a16="http://schemas.microsoft.com/office/drawing/2014/main" id="{7D5BDB53-9169-3BBC-9362-0539514AC7DD}"/>
              </a:ext>
            </a:extLst>
          </p:cNvPr>
          <p:cNvPicPr>
            <a:picLocks noGrp="1" noChangeAspect="1"/>
          </p:cNvPicPr>
          <p:nvPr>
            <p:ph type="pic" sz="quarter" idx="12"/>
          </p:nvPr>
        </p:nvPicPr>
        <p:blipFill rotWithShape="1">
          <a:blip r:embed="rId3">
            <a:extLst>
              <a:ext uri="{BEBA8EAE-BF5A-486C-A8C5-ECC9F3942E4B}">
                <a14:imgProps xmlns:a14="http://schemas.microsoft.com/office/drawing/2010/main">
                  <a14:imgLayer r:embed="rId4">
                    <a14:imgEffect>
                      <a14:colorTemperature colorTemp="4700"/>
                    </a14:imgEffect>
                    <a14:imgEffect>
                      <a14:saturation sat="0"/>
                    </a14:imgEffect>
                  </a14:imgLayer>
                </a14:imgProps>
              </a:ext>
              <a:ext uri="{28A0092B-C50C-407E-A947-70E740481C1C}">
                <a14:useLocalDpi xmlns:a14="http://schemas.microsoft.com/office/drawing/2010/main" val="0"/>
              </a:ext>
            </a:extLst>
          </a:blip>
          <a:srcRect/>
          <a:stretch/>
        </p:blipFill>
        <p:spPr>
          <a:xfrm>
            <a:off x="0" y="-11113"/>
            <a:ext cx="5791200" cy="6880226"/>
          </a:xfrm>
        </p:spPr>
      </p:pic>
      <p:sp>
        <p:nvSpPr>
          <p:cNvPr id="3" name="Marcador de texto 2">
            <a:extLst>
              <a:ext uri="{FF2B5EF4-FFF2-40B4-BE49-F238E27FC236}">
                <a16:creationId xmlns:a16="http://schemas.microsoft.com/office/drawing/2014/main" id="{0E02AE9C-BA1D-195E-3B93-A5A0CC03D8F3}"/>
              </a:ext>
            </a:extLst>
          </p:cNvPr>
          <p:cNvSpPr>
            <a:spLocks noGrp="1"/>
          </p:cNvSpPr>
          <p:nvPr>
            <p:ph type="body" sz="quarter" idx="11"/>
          </p:nvPr>
        </p:nvSpPr>
        <p:spPr>
          <a:xfrm>
            <a:off x="6299835" y="4100945"/>
            <a:ext cx="5486400" cy="2113577"/>
          </a:xfrm>
        </p:spPr>
        <p:txBody>
          <a:bodyPr rtlCol="0"/>
          <a:lstStyle>
            <a:defPPr>
              <a:defRPr lang="es-ES"/>
            </a:defPPr>
          </a:lstStyle>
          <a:p>
            <a:pPr algn="just" rtl="0"/>
            <a:r>
              <a:rPr lang="es-MX" sz="2600" dirty="0"/>
              <a:t>Son la fuente principal de financiamiento a corto plazo sin garantía para las empresas de negocios. Vamos a analizarlas desde el punto de vista del comprador</a:t>
            </a:r>
            <a:endParaRPr lang="es-ES" sz="2600" dirty="0"/>
          </a:p>
        </p:txBody>
      </p:sp>
    </p:spTree>
    <p:extLst>
      <p:ext uri="{BB962C8B-B14F-4D97-AF65-F5344CB8AC3E}">
        <p14:creationId xmlns:p14="http://schemas.microsoft.com/office/powerpoint/2010/main" val="1440871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6">
            <a:extLst>
              <a:ext uri="{FF2B5EF4-FFF2-40B4-BE49-F238E27FC236}">
                <a16:creationId xmlns:a16="http://schemas.microsoft.com/office/drawing/2014/main" id="{F70BD87D-F7DA-961B-4024-A354DC87D168}"/>
              </a:ext>
            </a:extLst>
          </p:cNvPr>
          <p:cNvSpPr>
            <a:spLocks noGrp="1"/>
          </p:cNvSpPr>
          <p:nvPr>
            <p:ph sz="quarter" idx="13"/>
          </p:nvPr>
        </p:nvSpPr>
        <p:spPr>
          <a:xfrm>
            <a:off x="3657600" y="2281238"/>
            <a:ext cx="7810500" cy="3700462"/>
          </a:xfrm>
        </p:spPr>
        <p:txBody>
          <a:bodyPr rtlCol="0">
            <a:normAutofit/>
          </a:bodyPr>
          <a:lstStyle>
            <a:defPPr>
              <a:defRPr lang="es-ES"/>
            </a:defPPr>
          </a:lstStyle>
          <a:p>
            <a:pPr algn="just" rtl="0"/>
            <a:r>
              <a:rPr lang="es-MX" sz="3000" b="1" dirty="0"/>
              <a:t>Juegan un papel en el ciclo de conversión de efectivo, puesto que se considera el tiempo que transcurre entre la compra de materias primas y el envío de pago al proveedor.</a:t>
            </a:r>
            <a:endParaRPr lang="es-ES" sz="3000" b="1" dirty="0"/>
          </a:p>
          <a:p>
            <a:pPr algn="just" rtl="0"/>
            <a:r>
              <a:rPr lang="es-MX" sz="3000" b="1" dirty="0"/>
              <a:t>El objetivo de la empresa es pagar tan tarde como sea posible sin perjudicar su calificación crediticia</a:t>
            </a:r>
            <a:endParaRPr lang="es-ES" sz="3000" b="1" dirty="0"/>
          </a:p>
          <a:p>
            <a:pPr rtl="0"/>
            <a:endParaRPr lang="es-ES" dirty="0"/>
          </a:p>
        </p:txBody>
      </p:sp>
      <p:grpSp>
        <p:nvGrpSpPr>
          <p:cNvPr id="19" name="Grupo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orma libre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21" name="Forma libre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22" name="Forma libre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grpSp>
    </p:spTree>
    <p:extLst>
      <p:ext uri="{BB962C8B-B14F-4D97-AF65-F5344CB8AC3E}">
        <p14:creationId xmlns:p14="http://schemas.microsoft.com/office/powerpoint/2010/main" val="3200312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79BEE-CDA8-8540-31E9-353FDE3631D7}"/>
              </a:ext>
            </a:extLst>
          </p:cNvPr>
          <p:cNvSpPr>
            <a:spLocks noGrp="1"/>
          </p:cNvSpPr>
          <p:nvPr>
            <p:ph type="title"/>
          </p:nvPr>
        </p:nvSpPr>
        <p:spPr/>
        <p:txBody>
          <a:bodyPr/>
          <a:lstStyle/>
          <a:p>
            <a:r>
              <a:rPr lang="es-ES" dirty="0"/>
              <a:t>Análisis de las Condiciones de Crédito</a:t>
            </a:r>
            <a:endParaRPr lang="es-GT" dirty="0"/>
          </a:p>
        </p:txBody>
      </p:sp>
      <p:sp>
        <p:nvSpPr>
          <p:cNvPr id="3" name="Marcador de contenido 2">
            <a:extLst>
              <a:ext uri="{FF2B5EF4-FFF2-40B4-BE49-F238E27FC236}">
                <a16:creationId xmlns:a16="http://schemas.microsoft.com/office/drawing/2014/main" id="{EAE83983-C800-0E91-409C-F214F370A5AB}"/>
              </a:ext>
            </a:extLst>
          </p:cNvPr>
          <p:cNvSpPr>
            <a:spLocks noGrp="1"/>
          </p:cNvSpPr>
          <p:nvPr>
            <p:ph sz="quarter" idx="13"/>
          </p:nvPr>
        </p:nvSpPr>
        <p:spPr/>
        <p:txBody>
          <a:bodyPr>
            <a:normAutofit/>
          </a:bodyPr>
          <a:lstStyle/>
          <a:p>
            <a:pPr marL="0" indent="0" algn="just">
              <a:buNone/>
            </a:pPr>
            <a:r>
              <a:rPr lang="es-MX" sz="2600" b="1" dirty="0"/>
              <a:t>El comprador debe analizar con cuidado las condiciones de crédito para determinar la mejor estrategia de crédito comercial. Si a una empresa se le otorgan condiciones de crédito que incluyen un descuento por pago en efectivo tiene dos opciones: tomar el descuento o renunciar a él, lo mismo aplica al descuento por pronto pago.</a:t>
            </a:r>
          </a:p>
          <a:p>
            <a:pPr marL="0" indent="0" algn="just">
              <a:buNone/>
            </a:pPr>
            <a:r>
              <a:rPr lang="es-MX" sz="2600" b="1" dirty="0"/>
              <a:t>La renuncia al descuento tiene un costo para el comprador.</a:t>
            </a:r>
            <a:endParaRPr lang="es-GT" sz="2600" b="1" dirty="0"/>
          </a:p>
        </p:txBody>
      </p:sp>
    </p:spTree>
    <p:extLst>
      <p:ext uri="{BB962C8B-B14F-4D97-AF65-F5344CB8AC3E}">
        <p14:creationId xmlns:p14="http://schemas.microsoft.com/office/powerpoint/2010/main" val="84299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D202C97-9B6E-F461-68D0-69EF2632B0B4}"/>
              </a:ext>
            </a:extLst>
          </p:cNvPr>
          <p:cNvSpPr>
            <a:spLocks noGrp="1"/>
          </p:cNvSpPr>
          <p:nvPr>
            <p:ph sz="quarter" idx="13"/>
          </p:nvPr>
        </p:nvSpPr>
        <p:spPr/>
        <p:txBody>
          <a:bodyPr/>
          <a:lstStyle/>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r>
              <a:rPr lang="es-ES" dirty="0"/>
              <a:t>Gitman, 2007</a:t>
            </a:r>
            <a:endParaRPr lang="es-GT" dirty="0"/>
          </a:p>
        </p:txBody>
      </p:sp>
      <p:pic>
        <p:nvPicPr>
          <p:cNvPr id="7" name="Imagen 6" descr="Escala de tiempo&#10;&#10;Descripción generada automáticamente con confianza media">
            <a:extLst>
              <a:ext uri="{FF2B5EF4-FFF2-40B4-BE49-F238E27FC236}">
                <a16:creationId xmlns:a16="http://schemas.microsoft.com/office/drawing/2014/main" id="{732062A4-0C5E-5853-D29E-42CF386AF4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26430" y="526473"/>
            <a:ext cx="8398772" cy="4787300"/>
          </a:xfrm>
          <a:prstGeom prst="rect">
            <a:avLst/>
          </a:prstGeom>
        </p:spPr>
      </p:pic>
    </p:spTree>
    <p:extLst>
      <p:ext uri="{BB962C8B-B14F-4D97-AF65-F5344CB8AC3E}">
        <p14:creationId xmlns:p14="http://schemas.microsoft.com/office/powerpoint/2010/main" val="18862961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36AA27-B26C-701C-514B-9A8385BB618A}"/>
              </a:ext>
            </a:extLst>
          </p:cNvPr>
          <p:cNvSpPr>
            <a:spLocks noGrp="1"/>
          </p:cNvSpPr>
          <p:nvPr>
            <p:ph type="title"/>
          </p:nvPr>
        </p:nvSpPr>
        <p:spPr/>
        <p:txBody>
          <a:bodyPr/>
          <a:lstStyle/>
          <a:p>
            <a:r>
              <a:rPr lang="es-ES" dirty="0"/>
              <a:t>Cálculo del costo de renunciar al descuento</a:t>
            </a:r>
            <a:endParaRPr lang="es-GT" dirty="0"/>
          </a:p>
        </p:txBody>
      </p:sp>
      <p:sp>
        <p:nvSpPr>
          <p:cNvPr id="3" name="Marcador de contenido 2">
            <a:extLst>
              <a:ext uri="{FF2B5EF4-FFF2-40B4-BE49-F238E27FC236}">
                <a16:creationId xmlns:a16="http://schemas.microsoft.com/office/drawing/2014/main" id="{08F5349A-9F0E-3E52-98B2-D45677419DDF}"/>
              </a:ext>
            </a:extLst>
          </p:cNvPr>
          <p:cNvSpPr>
            <a:spLocks noGrp="1"/>
          </p:cNvSpPr>
          <p:nvPr>
            <p:ph sz="quarter" idx="13"/>
          </p:nvPr>
        </p:nvSpPr>
        <p:spPr>
          <a:xfrm>
            <a:off x="1884218" y="2282008"/>
            <a:ext cx="9583882" cy="3699328"/>
          </a:xfrm>
        </p:spPr>
        <p:txBody>
          <a:bodyPr/>
          <a:lstStyle/>
          <a:p>
            <a:pPr marL="0" indent="0">
              <a:buNone/>
            </a:pPr>
            <a:r>
              <a:rPr lang="es-ES" dirty="0"/>
              <a:t>El precio de compra verdadero debe verse como el costo descontado de la mercadería.</a:t>
            </a:r>
          </a:p>
          <a:p>
            <a:pPr marL="0" indent="0">
              <a:buNone/>
            </a:pPr>
            <a:r>
              <a:rPr lang="es-GT" dirty="0"/>
              <a:t>Costo de renunciar al descuento por pago en efectivo =</a:t>
            </a:r>
          </a:p>
          <a:p>
            <a:pPr marL="0" indent="0" algn="ctr">
              <a:buNone/>
            </a:pPr>
            <a:r>
              <a:rPr lang="es-GT" dirty="0"/>
              <a:t>CD                     X                             365</a:t>
            </a:r>
          </a:p>
          <a:p>
            <a:pPr marL="0" indent="0" algn="just">
              <a:buNone/>
            </a:pPr>
            <a:r>
              <a:rPr lang="es-GT" dirty="0"/>
              <a:t>                                     100% - CD                         		  N</a:t>
            </a:r>
          </a:p>
          <a:p>
            <a:pPr marL="0" indent="0" algn="just">
              <a:buNone/>
            </a:pPr>
            <a:r>
              <a:rPr lang="es-GT" dirty="0"/>
              <a:t>CD = descuento establecido por pago en efectivo en términos porcentuales</a:t>
            </a:r>
          </a:p>
          <a:p>
            <a:pPr marL="0" indent="0" algn="just">
              <a:buNone/>
            </a:pPr>
            <a:r>
              <a:rPr lang="es-GT" dirty="0"/>
              <a:t>N  = número de días que el pago puede retrasarse por renunciar al descuento por pago en efectivo</a:t>
            </a:r>
          </a:p>
        </p:txBody>
      </p:sp>
      <p:cxnSp>
        <p:nvCxnSpPr>
          <p:cNvPr id="5" name="Conector recto 4">
            <a:extLst>
              <a:ext uri="{FF2B5EF4-FFF2-40B4-BE49-F238E27FC236}">
                <a16:creationId xmlns:a16="http://schemas.microsoft.com/office/drawing/2014/main" id="{5AC27D97-56ED-DD2A-309B-8819E2F60A7C}"/>
              </a:ext>
            </a:extLst>
          </p:cNvPr>
          <p:cNvCxnSpPr/>
          <p:nvPr/>
        </p:nvCxnSpPr>
        <p:spPr>
          <a:xfrm>
            <a:off x="3699164" y="3796146"/>
            <a:ext cx="1967345" cy="0"/>
          </a:xfrm>
          <a:prstGeom prst="line">
            <a:avLst/>
          </a:prstGeom>
        </p:spPr>
        <p:style>
          <a:lnRef idx="1">
            <a:schemeClr val="dk1"/>
          </a:lnRef>
          <a:fillRef idx="0">
            <a:schemeClr val="dk1"/>
          </a:fillRef>
          <a:effectRef idx="0">
            <a:schemeClr val="dk1"/>
          </a:effectRef>
          <a:fontRef idx="minor">
            <a:schemeClr val="tx1"/>
          </a:fontRef>
        </p:style>
      </p:cxnSp>
      <p:cxnSp>
        <p:nvCxnSpPr>
          <p:cNvPr id="7" name="Conector recto 6">
            <a:extLst>
              <a:ext uri="{FF2B5EF4-FFF2-40B4-BE49-F238E27FC236}">
                <a16:creationId xmlns:a16="http://schemas.microsoft.com/office/drawing/2014/main" id="{635022DF-A46E-7060-0165-67539FD2A82A}"/>
              </a:ext>
            </a:extLst>
          </p:cNvPr>
          <p:cNvCxnSpPr/>
          <p:nvPr/>
        </p:nvCxnSpPr>
        <p:spPr>
          <a:xfrm>
            <a:off x="7786255" y="3823668"/>
            <a:ext cx="126076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837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0C0B605-DEDD-4DCB-B9C4-AA1C08DE70A7}"/>
              </a:ext>
            </a:extLst>
          </p:cNvPr>
          <p:cNvSpPr>
            <a:spLocks noGrp="1"/>
          </p:cNvSpPr>
          <p:nvPr>
            <p:ph sz="quarter" idx="13"/>
          </p:nvPr>
        </p:nvSpPr>
        <p:spPr>
          <a:xfrm>
            <a:off x="2937164" y="457200"/>
            <a:ext cx="8530936" cy="5524136"/>
          </a:xfrm>
        </p:spPr>
        <p:txBody>
          <a:bodyPr>
            <a:normAutofit/>
          </a:bodyPr>
          <a:lstStyle/>
          <a:p>
            <a:pPr marL="0" indent="0" algn="ctr">
              <a:buNone/>
            </a:pPr>
            <a:r>
              <a:rPr lang="es-ES" sz="3600" b="1" dirty="0"/>
              <a:t>Si sustituimos los valores de CD (2 por ciento) y N (20 días), obtenemos el costo anualizado de renunciar al descuento por pago en efectivo del 37.24%.</a:t>
            </a:r>
          </a:p>
          <a:p>
            <a:pPr marL="0" indent="0" algn="ctr">
              <a:buNone/>
            </a:pPr>
            <a:endParaRPr lang="es-ES" sz="3600" b="1" dirty="0"/>
          </a:p>
          <a:p>
            <a:pPr marL="0" indent="0" algn="ctr">
              <a:buNone/>
            </a:pPr>
            <a:r>
              <a:rPr lang="es-ES" sz="3600" b="1" dirty="0"/>
              <a:t>(2% / 98%) X (365/20)</a:t>
            </a:r>
            <a:endParaRPr lang="es-GT" sz="3600" b="1" dirty="0"/>
          </a:p>
        </p:txBody>
      </p:sp>
    </p:spTree>
    <p:extLst>
      <p:ext uri="{BB962C8B-B14F-4D97-AF65-F5344CB8AC3E}">
        <p14:creationId xmlns:p14="http://schemas.microsoft.com/office/powerpoint/2010/main" val="1408691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206542D-070F-3305-AD14-FFC0EABAF5A0}"/>
              </a:ext>
            </a:extLst>
          </p:cNvPr>
          <p:cNvSpPr>
            <a:spLocks noGrp="1"/>
          </p:cNvSpPr>
          <p:nvPr>
            <p:ph sz="quarter" idx="13"/>
          </p:nvPr>
        </p:nvSpPr>
        <p:spPr>
          <a:xfrm>
            <a:off x="3020291" y="568036"/>
            <a:ext cx="8447809" cy="5413300"/>
          </a:xfrm>
        </p:spPr>
        <p:txBody>
          <a:bodyPr>
            <a:normAutofit/>
          </a:bodyPr>
          <a:lstStyle/>
          <a:p>
            <a:pPr marL="0" indent="0" algn="just">
              <a:buNone/>
            </a:pPr>
            <a:r>
              <a:rPr lang="es-MX" sz="4000" b="1" dirty="0"/>
              <a:t>En la administración financiera se debe determinar si es aconsejable tomar un descuento por pago en efectivo. Los encargados financieros deben recordar que los descuentos por pago en efectivo pueden representar una fuente importante de rentabilidad adicional.</a:t>
            </a:r>
            <a:endParaRPr lang="es-GT" sz="4000" b="1" dirty="0"/>
          </a:p>
        </p:txBody>
      </p:sp>
    </p:spTree>
    <p:extLst>
      <p:ext uri="{BB962C8B-B14F-4D97-AF65-F5344CB8AC3E}">
        <p14:creationId xmlns:p14="http://schemas.microsoft.com/office/powerpoint/2010/main" val="10104836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8ECA9E-6499-0D69-53FC-829EBE015ADB}"/>
              </a:ext>
            </a:extLst>
          </p:cNvPr>
          <p:cNvSpPr>
            <a:spLocks noGrp="1"/>
          </p:cNvSpPr>
          <p:nvPr>
            <p:ph type="title"/>
          </p:nvPr>
        </p:nvSpPr>
        <p:spPr/>
        <p:txBody>
          <a:bodyPr/>
          <a:lstStyle/>
          <a:p>
            <a:r>
              <a:rPr lang="es-ES" dirty="0"/>
              <a:t>Efectos de Diferir el Pago de las Cuentas por Pagar</a:t>
            </a:r>
            <a:endParaRPr lang="es-GT" dirty="0"/>
          </a:p>
        </p:txBody>
      </p:sp>
      <p:sp>
        <p:nvSpPr>
          <p:cNvPr id="3" name="Marcador de contenido 2">
            <a:extLst>
              <a:ext uri="{FF2B5EF4-FFF2-40B4-BE49-F238E27FC236}">
                <a16:creationId xmlns:a16="http://schemas.microsoft.com/office/drawing/2014/main" id="{C8FA1B4F-621D-6093-9DD4-CA20D4DE7F10}"/>
              </a:ext>
            </a:extLst>
          </p:cNvPr>
          <p:cNvSpPr>
            <a:spLocks noGrp="1"/>
          </p:cNvSpPr>
          <p:nvPr>
            <p:ph sz="quarter" idx="13"/>
          </p:nvPr>
        </p:nvSpPr>
        <p:spPr/>
        <p:txBody>
          <a:bodyPr>
            <a:normAutofit/>
          </a:bodyPr>
          <a:lstStyle/>
          <a:p>
            <a:pPr marL="0" indent="0" algn="just">
              <a:buNone/>
            </a:pPr>
            <a:r>
              <a:rPr lang="es-MX" sz="3600" b="1" dirty="0"/>
              <a:t>Es una estrategia que las empresas emplean con frecuencia. Consiste en pagar las cuentas lo más tarde posible sin perjudicar la calificación de crédito de la empresa. Esta estrategia reduce el costo de renunciar a un descuento por pago en efectivo.</a:t>
            </a:r>
            <a:endParaRPr lang="es-GT" sz="3600" b="1" dirty="0"/>
          </a:p>
        </p:txBody>
      </p:sp>
    </p:spTree>
    <p:extLst>
      <p:ext uri="{BB962C8B-B14F-4D97-AF65-F5344CB8AC3E}">
        <p14:creationId xmlns:p14="http://schemas.microsoft.com/office/powerpoint/2010/main" val="55481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ECC22A-3559-56C7-9021-D3E1E2FD4073}"/>
              </a:ext>
            </a:extLst>
          </p:cNvPr>
          <p:cNvSpPr>
            <a:spLocks noGrp="1"/>
          </p:cNvSpPr>
          <p:nvPr>
            <p:ph type="title"/>
          </p:nvPr>
        </p:nvSpPr>
        <p:spPr/>
        <p:txBody>
          <a:bodyPr/>
          <a:lstStyle/>
          <a:p>
            <a:r>
              <a:rPr lang="es-ES" dirty="0"/>
              <a:t>Descuentos por pago en efectivo y costos relacionados de la empresa XY</a:t>
            </a:r>
            <a:endParaRPr lang="es-GT" dirty="0"/>
          </a:p>
        </p:txBody>
      </p:sp>
      <p:graphicFrame>
        <p:nvGraphicFramePr>
          <p:cNvPr id="4" name="Marcador de contenido 3">
            <a:extLst>
              <a:ext uri="{FF2B5EF4-FFF2-40B4-BE49-F238E27FC236}">
                <a16:creationId xmlns:a16="http://schemas.microsoft.com/office/drawing/2014/main" id="{E5231BC5-F199-9509-E367-F1065018542E}"/>
              </a:ext>
            </a:extLst>
          </p:cNvPr>
          <p:cNvGraphicFramePr>
            <a:graphicFrameLocks noGrp="1"/>
          </p:cNvGraphicFramePr>
          <p:nvPr>
            <p:ph sz="quarter" idx="13"/>
            <p:extLst>
              <p:ext uri="{D42A27DB-BD31-4B8C-83A1-F6EECF244321}">
                <p14:modId xmlns:p14="http://schemas.microsoft.com/office/powerpoint/2010/main" val="392647030"/>
              </p:ext>
            </p:extLst>
          </p:nvPr>
        </p:nvGraphicFramePr>
        <p:xfrm>
          <a:off x="2092036" y="2281238"/>
          <a:ext cx="9376065" cy="3766704"/>
        </p:xfrm>
        <a:graphic>
          <a:graphicData uri="http://schemas.openxmlformats.org/drawingml/2006/table">
            <a:tbl>
              <a:tblPr firstRow="1" bandRow="1">
                <a:tableStyleId>{C4B1156A-380E-4F78-BDF5-A606A8083BF9}</a:tableStyleId>
              </a:tblPr>
              <a:tblGrid>
                <a:gridCol w="3125355">
                  <a:extLst>
                    <a:ext uri="{9D8B030D-6E8A-4147-A177-3AD203B41FA5}">
                      <a16:colId xmlns:a16="http://schemas.microsoft.com/office/drawing/2014/main" val="1171806658"/>
                    </a:ext>
                  </a:extLst>
                </a:gridCol>
                <a:gridCol w="3125355">
                  <a:extLst>
                    <a:ext uri="{9D8B030D-6E8A-4147-A177-3AD203B41FA5}">
                      <a16:colId xmlns:a16="http://schemas.microsoft.com/office/drawing/2014/main" val="37201834"/>
                    </a:ext>
                  </a:extLst>
                </a:gridCol>
                <a:gridCol w="3125355">
                  <a:extLst>
                    <a:ext uri="{9D8B030D-6E8A-4147-A177-3AD203B41FA5}">
                      <a16:colId xmlns:a16="http://schemas.microsoft.com/office/drawing/2014/main" val="3033870553"/>
                    </a:ext>
                  </a:extLst>
                </a:gridCol>
              </a:tblGrid>
              <a:tr h="713076">
                <a:tc>
                  <a:txBody>
                    <a:bodyPr/>
                    <a:lstStyle/>
                    <a:p>
                      <a:pPr algn="ctr"/>
                      <a:r>
                        <a:rPr lang="es-ES" dirty="0"/>
                        <a:t>Proveedor</a:t>
                      </a:r>
                      <a:endParaRPr lang="es-GT" dirty="0"/>
                    </a:p>
                  </a:txBody>
                  <a:tcPr/>
                </a:tc>
                <a:tc>
                  <a:txBody>
                    <a:bodyPr/>
                    <a:lstStyle/>
                    <a:p>
                      <a:pPr algn="ctr"/>
                      <a:r>
                        <a:rPr lang="es-ES" dirty="0"/>
                        <a:t>Condiciones de crédito</a:t>
                      </a:r>
                      <a:endParaRPr lang="es-GT" dirty="0"/>
                    </a:p>
                  </a:txBody>
                  <a:tcPr/>
                </a:tc>
                <a:tc>
                  <a:txBody>
                    <a:bodyPr/>
                    <a:lstStyle/>
                    <a:p>
                      <a:pPr algn="ctr"/>
                      <a:r>
                        <a:rPr lang="es-ES" dirty="0"/>
                        <a:t>Costo aproximado de renunciar a un descuento por pago en efectivo</a:t>
                      </a:r>
                      <a:endParaRPr lang="es-GT" dirty="0"/>
                    </a:p>
                  </a:txBody>
                  <a:tcPr/>
                </a:tc>
                <a:extLst>
                  <a:ext uri="{0D108BD9-81ED-4DB2-BD59-A6C34878D82A}">
                    <a16:rowId xmlns:a16="http://schemas.microsoft.com/office/drawing/2014/main" val="1036429328"/>
                  </a:ext>
                </a:extLst>
              </a:tr>
              <a:tr h="713076">
                <a:tc>
                  <a:txBody>
                    <a:bodyPr/>
                    <a:lstStyle/>
                    <a:p>
                      <a:pPr algn="ctr"/>
                      <a:r>
                        <a:rPr lang="es-ES" dirty="0"/>
                        <a:t>A</a:t>
                      </a:r>
                      <a:endParaRPr lang="es-GT" dirty="0"/>
                    </a:p>
                  </a:txBody>
                  <a:tcPr/>
                </a:tc>
                <a:tc>
                  <a:txBody>
                    <a:bodyPr/>
                    <a:lstStyle/>
                    <a:p>
                      <a:pPr algn="ctr"/>
                      <a:r>
                        <a:rPr lang="es-ES" dirty="0"/>
                        <a:t>2/10, 30 netos, FDM</a:t>
                      </a:r>
                      <a:endParaRPr lang="es-GT" dirty="0"/>
                    </a:p>
                  </a:txBody>
                  <a:tcPr/>
                </a:tc>
                <a:tc>
                  <a:txBody>
                    <a:bodyPr/>
                    <a:lstStyle/>
                    <a:p>
                      <a:pPr algn="ctr"/>
                      <a:r>
                        <a:rPr lang="es-ES" dirty="0"/>
                        <a:t>36.5%</a:t>
                      </a:r>
                      <a:endParaRPr lang="es-GT" dirty="0"/>
                    </a:p>
                  </a:txBody>
                  <a:tcPr/>
                </a:tc>
                <a:extLst>
                  <a:ext uri="{0D108BD9-81ED-4DB2-BD59-A6C34878D82A}">
                    <a16:rowId xmlns:a16="http://schemas.microsoft.com/office/drawing/2014/main" val="1258137475"/>
                  </a:ext>
                </a:extLst>
              </a:tr>
              <a:tr h="713076">
                <a:tc>
                  <a:txBody>
                    <a:bodyPr/>
                    <a:lstStyle/>
                    <a:p>
                      <a:pPr algn="ctr"/>
                      <a:r>
                        <a:rPr lang="es-ES" dirty="0"/>
                        <a:t>B</a:t>
                      </a:r>
                      <a:endParaRPr lang="es-GT" dirty="0"/>
                    </a:p>
                  </a:txBody>
                  <a:tcPr/>
                </a:tc>
                <a:tc>
                  <a:txBody>
                    <a:bodyPr/>
                    <a:lstStyle/>
                    <a:p>
                      <a:pPr algn="ctr"/>
                      <a:r>
                        <a:rPr lang="es-ES" dirty="0"/>
                        <a:t>1/10, 55 netos, FDM</a:t>
                      </a:r>
                      <a:endParaRPr lang="es-GT" dirty="0"/>
                    </a:p>
                  </a:txBody>
                  <a:tcPr/>
                </a:tc>
                <a:tc>
                  <a:txBody>
                    <a:bodyPr/>
                    <a:lstStyle/>
                    <a:p>
                      <a:pPr algn="ctr"/>
                      <a:r>
                        <a:rPr lang="es-ES" dirty="0"/>
                        <a:t>8.11%</a:t>
                      </a:r>
                      <a:endParaRPr lang="es-GT" dirty="0"/>
                    </a:p>
                  </a:txBody>
                  <a:tcPr/>
                </a:tc>
                <a:extLst>
                  <a:ext uri="{0D108BD9-81ED-4DB2-BD59-A6C34878D82A}">
                    <a16:rowId xmlns:a16="http://schemas.microsoft.com/office/drawing/2014/main" val="511085409"/>
                  </a:ext>
                </a:extLst>
              </a:tr>
              <a:tr h="713076">
                <a:tc>
                  <a:txBody>
                    <a:bodyPr/>
                    <a:lstStyle/>
                    <a:p>
                      <a:pPr algn="ctr"/>
                      <a:r>
                        <a:rPr lang="es-ES" dirty="0"/>
                        <a:t>C</a:t>
                      </a:r>
                      <a:endParaRPr lang="es-GT" dirty="0"/>
                    </a:p>
                  </a:txBody>
                  <a:tcPr/>
                </a:tc>
                <a:tc>
                  <a:txBody>
                    <a:bodyPr/>
                    <a:lstStyle/>
                    <a:p>
                      <a:pPr algn="ctr"/>
                      <a:r>
                        <a:rPr lang="es-ES" dirty="0"/>
                        <a:t>3/20, 70 netos, FDM</a:t>
                      </a:r>
                      <a:endParaRPr lang="es-GT" dirty="0"/>
                    </a:p>
                  </a:txBody>
                  <a:tcPr/>
                </a:tc>
                <a:tc>
                  <a:txBody>
                    <a:bodyPr/>
                    <a:lstStyle/>
                    <a:p>
                      <a:pPr algn="ctr"/>
                      <a:r>
                        <a:rPr lang="es-ES" dirty="0"/>
                        <a:t>21.9%</a:t>
                      </a:r>
                      <a:endParaRPr lang="es-GT" dirty="0"/>
                    </a:p>
                  </a:txBody>
                  <a:tcPr/>
                </a:tc>
                <a:extLst>
                  <a:ext uri="{0D108BD9-81ED-4DB2-BD59-A6C34878D82A}">
                    <a16:rowId xmlns:a16="http://schemas.microsoft.com/office/drawing/2014/main" val="167777133"/>
                  </a:ext>
                </a:extLst>
              </a:tr>
              <a:tr h="713076">
                <a:tc>
                  <a:txBody>
                    <a:bodyPr/>
                    <a:lstStyle/>
                    <a:p>
                      <a:pPr algn="ctr"/>
                      <a:r>
                        <a:rPr lang="es-ES" dirty="0"/>
                        <a:t>D</a:t>
                      </a:r>
                      <a:endParaRPr lang="es-GT" dirty="0"/>
                    </a:p>
                  </a:txBody>
                  <a:tcPr/>
                </a:tc>
                <a:tc>
                  <a:txBody>
                    <a:bodyPr/>
                    <a:lstStyle/>
                    <a:p>
                      <a:pPr algn="ctr"/>
                      <a:r>
                        <a:rPr lang="es-ES" dirty="0"/>
                        <a:t>4/10, 60 netos, FDM</a:t>
                      </a:r>
                      <a:endParaRPr lang="es-GT" dirty="0"/>
                    </a:p>
                  </a:txBody>
                  <a:tcPr/>
                </a:tc>
                <a:tc>
                  <a:txBody>
                    <a:bodyPr/>
                    <a:lstStyle/>
                    <a:p>
                      <a:pPr algn="ctr"/>
                      <a:r>
                        <a:rPr lang="es-ES" dirty="0"/>
                        <a:t>29.2%</a:t>
                      </a:r>
                      <a:endParaRPr lang="es-GT" dirty="0"/>
                    </a:p>
                  </a:txBody>
                  <a:tcPr/>
                </a:tc>
                <a:extLst>
                  <a:ext uri="{0D108BD9-81ED-4DB2-BD59-A6C34878D82A}">
                    <a16:rowId xmlns:a16="http://schemas.microsoft.com/office/drawing/2014/main" val="3097553398"/>
                  </a:ext>
                </a:extLst>
              </a:tr>
            </a:tbl>
          </a:graphicData>
        </a:graphic>
      </p:graphicFrame>
    </p:spTree>
    <p:extLst>
      <p:ext uri="{BB962C8B-B14F-4D97-AF65-F5344CB8AC3E}">
        <p14:creationId xmlns:p14="http://schemas.microsoft.com/office/powerpoint/2010/main" val="6830689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526A264-CBEF-A5FB-DAF5-FFE8A6AEB45C}"/>
              </a:ext>
            </a:extLst>
          </p:cNvPr>
          <p:cNvSpPr>
            <a:spLocks noGrp="1"/>
          </p:cNvSpPr>
          <p:nvPr>
            <p:ph sz="quarter" idx="13"/>
          </p:nvPr>
        </p:nvSpPr>
        <p:spPr>
          <a:xfrm>
            <a:off x="3255818" y="360218"/>
            <a:ext cx="8212282" cy="5621118"/>
          </a:xfrm>
        </p:spPr>
        <p:txBody>
          <a:bodyPr>
            <a:normAutofit/>
          </a:bodyPr>
          <a:lstStyle/>
          <a:p>
            <a:pPr marL="0" indent="0" algn="just">
              <a:buNone/>
            </a:pPr>
            <a:r>
              <a:rPr lang="es-ES" sz="3000" b="1" dirty="0"/>
              <a:t>Vamos a tomar como ejemplo las condiciones de crédito 2/10, 30 netos, FDM. El costo de renunciar al descuento por pago en efectivo, asumiendo que el pago se realiza el último día del periodo de crédito, se estimó aproximadamente en 36.5%  (2% X (365/20)). Si la empresa pudiera diferir el pago de sus cuentas por pagar a 70 días sin perjudicar su calificación de crédito, el costo de renunciar al descuento por pago en efectivo sería solo del 12.2% (2% X (365/60)). Diferir el pago de las cuentas por pagar reduce el costo implícito de renunciar a un descuento por pago en efectivo.</a:t>
            </a:r>
            <a:endParaRPr lang="es-GT" sz="3000" b="1" dirty="0"/>
          </a:p>
        </p:txBody>
      </p:sp>
    </p:spTree>
    <p:extLst>
      <p:ext uri="{BB962C8B-B14F-4D97-AF65-F5344CB8AC3E}">
        <p14:creationId xmlns:p14="http://schemas.microsoft.com/office/powerpoint/2010/main" val="6566818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649F7C-A865-682C-8A76-936CEB26FEA3}"/>
              </a:ext>
            </a:extLst>
          </p:cNvPr>
          <p:cNvSpPr>
            <a:spLocks noGrp="1"/>
          </p:cNvSpPr>
          <p:nvPr>
            <p:ph type="title"/>
          </p:nvPr>
        </p:nvSpPr>
        <p:spPr/>
        <p:txBody>
          <a:bodyPr/>
          <a:lstStyle/>
          <a:p>
            <a:r>
              <a:rPr lang="es-ES" dirty="0"/>
              <a:t>Deudas acumuladas</a:t>
            </a:r>
            <a:endParaRPr lang="es-GT" dirty="0"/>
          </a:p>
        </p:txBody>
      </p:sp>
      <p:sp>
        <p:nvSpPr>
          <p:cNvPr id="3" name="Marcador de contenido 2">
            <a:extLst>
              <a:ext uri="{FF2B5EF4-FFF2-40B4-BE49-F238E27FC236}">
                <a16:creationId xmlns:a16="http://schemas.microsoft.com/office/drawing/2014/main" id="{7CC49C0D-D053-796F-42CF-68FC5BA6DE5F}"/>
              </a:ext>
            </a:extLst>
          </p:cNvPr>
          <p:cNvSpPr>
            <a:spLocks noGrp="1"/>
          </p:cNvSpPr>
          <p:nvPr>
            <p:ph sz="quarter" idx="13"/>
          </p:nvPr>
        </p:nvSpPr>
        <p:spPr/>
        <p:txBody>
          <a:bodyPr>
            <a:normAutofit/>
          </a:bodyPr>
          <a:lstStyle/>
          <a:p>
            <a:pPr marL="0" indent="0" algn="just">
              <a:buNone/>
            </a:pPr>
            <a:r>
              <a:rPr lang="es-ES" sz="3600" b="1" dirty="0"/>
              <a:t>Segunda fuente espontánea de financiamiento empresarial a corto plazo. </a:t>
            </a:r>
            <a:r>
              <a:rPr lang="es-GT" sz="3600" b="1" dirty="0"/>
              <a:t>Son los pasivos por servicios recibidos cuyo pago aún está pendiente. Ejemplos: impuestos y salarios.</a:t>
            </a:r>
            <a:endParaRPr lang="es-ES" sz="3600" b="1" dirty="0"/>
          </a:p>
        </p:txBody>
      </p:sp>
    </p:spTree>
    <p:extLst>
      <p:ext uri="{BB962C8B-B14F-4D97-AF65-F5344CB8AC3E}">
        <p14:creationId xmlns:p14="http://schemas.microsoft.com/office/powerpoint/2010/main" val="1237695697"/>
      </p:ext>
    </p:extLst>
  </p:cSld>
  <p:clrMapOvr>
    <a:masterClrMapping/>
  </p:clrMapOvr>
</p:sld>
</file>

<file path=ppt/theme/theme1.xml><?xml version="1.0" encoding="utf-8"?>
<a:theme xmlns:a="http://schemas.openxmlformats.org/drawingml/2006/main" name="Personalizar">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72332797_TF78853419_Win32" id="{89881BBC-4720-4DBD-B653-230ED84EDDDD}" vid="{D5D0700E-9D65-401B-B37B-B3D39C01EE22}"/>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F4B194E-8B30-4377-8C59-ECFB902D2A2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C21FFAC0-05A2-416A-B06C-C248395482CF}">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{FC84F620-CE3B-4D89-A91C-DBD16E556D63}tf78853419_win32</Template>
  <TotalTime>273</TotalTime>
  <Words>620</Words>
  <Application>Microsoft Office PowerPoint</Application>
  <PresentationFormat>Panorámica</PresentationFormat>
  <Paragraphs>52</Paragraphs>
  <Slides>13</Slides>
  <Notes>3</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13</vt:i4>
      </vt:variant>
    </vt:vector>
  </HeadingPairs>
  <TitlesOfParts>
    <vt:vector size="18" baseType="lpstr">
      <vt:lpstr>Arial</vt:lpstr>
      <vt:lpstr>Calibri</vt:lpstr>
      <vt:lpstr>Franklin Gothic Book</vt:lpstr>
      <vt:lpstr>Franklin Gothic Demi</vt:lpstr>
      <vt:lpstr>Personalizar</vt:lpstr>
      <vt:lpstr>Administración de Pasivos Corrientes</vt:lpstr>
      <vt:lpstr>Pasivos espontáneos</vt:lpstr>
      <vt:lpstr>Administración de las Cuentas por Pagar</vt:lpstr>
      <vt:lpstr>Presentación de PowerPoint</vt:lpstr>
      <vt:lpstr>Análisis de las Condiciones de Crédito</vt:lpstr>
      <vt:lpstr>Presentación de PowerPoint</vt:lpstr>
      <vt:lpstr>Cálculo del costo de renunciar al descuento</vt:lpstr>
      <vt:lpstr>Presentación de PowerPoint</vt:lpstr>
      <vt:lpstr>Presentación de PowerPoint</vt:lpstr>
      <vt:lpstr>Efectos de Diferir el Pago de las Cuentas por Pagar</vt:lpstr>
      <vt:lpstr>Descuentos por pago en efectivo y costos relacionados de la empresa XY</vt:lpstr>
      <vt:lpstr>Presentación de PowerPoint</vt:lpstr>
      <vt:lpstr>Deudas acumuladas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Administración de Pasivos Corrientes</dc:title>
  <dc:creator>MARTINEZ SOSA, PATRICIA ALEJANDRA</dc:creator>
  <cp:lastModifiedBy>MARTINEZ SOSA, PATRICIA ALEJANDRA</cp:lastModifiedBy>
  <cp:revision>10</cp:revision>
  <dcterms:created xsi:type="dcterms:W3CDTF">2024-04-03T13:43:04Z</dcterms:created>
  <dcterms:modified xsi:type="dcterms:W3CDTF">2024-04-03T18:16:33Z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