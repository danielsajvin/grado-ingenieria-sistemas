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29"/>
  </p:notesMasterIdLst>
  <p:handoutMasterIdLst>
    <p:handoutMasterId r:id="rId30"/>
  </p:handoutMasterIdLst>
  <p:sldIdLst>
    <p:sldId id="304" r:id="rId5"/>
    <p:sldId id="314" r:id="rId6"/>
    <p:sldId id="315" r:id="rId7"/>
    <p:sldId id="316" r:id="rId8"/>
    <p:sldId id="317" r:id="rId9"/>
    <p:sldId id="318" r:id="rId10"/>
    <p:sldId id="319" r:id="rId11"/>
    <p:sldId id="321" r:id="rId12"/>
    <p:sldId id="322" r:id="rId13"/>
    <p:sldId id="323" r:id="rId14"/>
    <p:sldId id="324" r:id="rId15"/>
    <p:sldId id="325" r:id="rId16"/>
    <p:sldId id="326" r:id="rId17"/>
    <p:sldId id="327" r:id="rId18"/>
    <p:sldId id="328" r:id="rId19"/>
    <p:sldId id="329" r:id="rId20"/>
    <p:sldId id="330" r:id="rId21"/>
    <p:sldId id="331" r:id="rId22"/>
    <p:sldId id="332" r:id="rId23"/>
    <p:sldId id="334" r:id="rId24"/>
    <p:sldId id="335" r:id="rId25"/>
    <p:sldId id="336" r:id="rId26"/>
    <p:sldId id="337" r:id="rId27"/>
    <p:sldId id="338" r:id="rId28"/>
  </p:sldIdLst>
  <p:sldSz cx="12192000" cy="6858000"/>
  <p:notesSz cx="6858000" cy="9144000"/>
  <p:defaultTextStyle>
    <a:defPPr rtl="0">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5" name="Autor" initials="A" lastIdx="0" clrIdx="4"/>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2" autoAdjust="0"/>
    <p:restoredTop sz="93750" autoAdjust="0"/>
  </p:normalViewPr>
  <p:slideViewPr>
    <p:cSldViewPr snapToGrid="0">
      <p:cViewPr varScale="1">
        <p:scale>
          <a:sx n="69" d="100"/>
          <a:sy n="69" d="100"/>
        </p:scale>
        <p:origin x="780" y="54"/>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86" d="100"/>
          <a:sy n="86" d="100"/>
        </p:scale>
        <p:origin x="3102" y="72"/>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customXml" Target="../customXml/item3.xml"/><Relationship Id="rId21" Type="http://schemas.openxmlformats.org/officeDocument/2006/relationships/slide" Target="slides/slide17.xml"/><Relationship Id="rId34" Type="http://schemas.openxmlformats.org/officeDocument/2006/relationships/theme" Target="theme/theme1.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microsoft.com/office/2018/10/relationships/authors" Target="author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commentAuthors" Target="commentAuthor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handoutMaster" Target="handoutMasters/handoutMaster1.xml"/><Relationship Id="rId35" Type="http://schemas.openxmlformats.org/officeDocument/2006/relationships/tableStyles" Target="tableStyles.xml"/><Relationship Id="rId8" Type="http://schemas.openxmlformats.org/officeDocument/2006/relationships/slide" Target="slides/slide4.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s-ES"/>
          </a:p>
        </p:txBody>
      </p:sp>
      <p:sp>
        <p:nvSpPr>
          <p:cNvPr id="3" name="Marcador de fecha 2">
            <a:extLst>
              <a:ext uri="{FF2B5EF4-FFF2-40B4-BE49-F238E27FC236}">
                <a16:creationId xmlns:a16="http://schemas.microsoft.com/office/drawing/2014/main" id="{D6F0050F-2705-4253-AECF-492B9533166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57D7ACE9-B1AC-4C2D-93E4-1FAEE7430E41}" type="datetime1">
              <a:rPr lang="es-ES" smtClean="0"/>
              <a:t>04/04/2024</a:t>
            </a:fld>
            <a:endParaRPr lang="es-ES" dirty="0"/>
          </a:p>
        </p:txBody>
      </p:sp>
      <p:sp>
        <p:nvSpPr>
          <p:cNvPr id="4" name="Marcador de pie de página 3">
            <a:extLst>
              <a:ext uri="{FF2B5EF4-FFF2-40B4-BE49-F238E27FC236}">
                <a16:creationId xmlns:a16="http://schemas.microsoft.com/office/drawing/2014/main" id="{BC82020C-C130-402B-AA32-21B4682F7DC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s-ES"/>
          </a:p>
        </p:txBody>
      </p:sp>
      <p:sp>
        <p:nvSpPr>
          <p:cNvPr id="5" name="Marcador de número de diapositiva 4">
            <a:extLst>
              <a:ext uri="{FF2B5EF4-FFF2-40B4-BE49-F238E27FC236}">
                <a16:creationId xmlns:a16="http://schemas.microsoft.com/office/drawing/2014/main" id="{450932CD-F2EA-4034-AB59-84AF68B1029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F6FA979-4A60-410C-92BE-2E8CA23BCC7D}" type="slidenum">
              <a:rPr lang="es-ES" smtClean="0"/>
              <a:t>‹Nº›</a:t>
            </a:fld>
            <a:endParaRPr lang="es-ES"/>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s-ES" noProof="0"/>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3B4C60F-6B31-4285-B550-BEB469311534}" type="datetime1">
              <a:rPr lang="es-ES" smtClean="0"/>
              <a:pPr/>
              <a:t>04/04/2024</a:t>
            </a:fld>
            <a:endParaRPr lang="es-ES" dirty="0"/>
          </a:p>
        </p:txBody>
      </p:sp>
      <p:sp>
        <p:nvSpPr>
          <p:cNvPr id="4" name="Marcador de imagen d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es-ES" noProof="0"/>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s-ES" noProof="0"/>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B990660-4B7D-4C11-96DB-B19FFA8CA93C}" type="slidenum">
              <a:rPr lang="es-ES" noProof="0" smtClean="0"/>
              <a:t>‹Nº›</a:t>
            </a:fld>
            <a:endParaRPr lang="es-ES" noProof="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rtlCol="0"/>
          <a:lstStyle/>
          <a:p>
            <a:pPr rtl="0"/>
            <a:endParaRPr lang="es-ES" noProof="0" dirty="0"/>
          </a:p>
        </p:txBody>
      </p:sp>
      <p:sp>
        <p:nvSpPr>
          <p:cNvPr id="4" name="Marcador de número de diapositiva 3"/>
          <p:cNvSpPr>
            <a:spLocks noGrp="1"/>
          </p:cNvSpPr>
          <p:nvPr>
            <p:ph type="sldNum" sz="quarter" idx="5"/>
          </p:nvPr>
        </p:nvSpPr>
        <p:spPr/>
        <p:txBody>
          <a:bodyPr rtlCol="0"/>
          <a:lstStyle/>
          <a:p>
            <a:pPr rtl="0"/>
            <a:fld id="{8B990660-4B7D-4C11-96DB-B19FFA8CA93C}" type="slidenum">
              <a:rPr lang="es-ES" smtClean="0"/>
              <a:t>1</a:t>
            </a:fld>
            <a:endParaRPr lang="es-ES"/>
          </a:p>
        </p:txBody>
      </p:sp>
    </p:spTree>
    <p:extLst>
      <p:ext uri="{BB962C8B-B14F-4D97-AF65-F5344CB8AC3E}">
        <p14:creationId xmlns:p14="http://schemas.microsoft.com/office/powerpoint/2010/main" val="595763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noProof="0" dirty="0"/>
          </a:p>
        </p:txBody>
      </p:sp>
      <p:sp>
        <p:nvSpPr>
          <p:cNvPr id="4" name="Marcador de número de diapositiva 3"/>
          <p:cNvSpPr>
            <a:spLocks noGrp="1"/>
          </p:cNvSpPr>
          <p:nvPr>
            <p:ph type="sldNum" sz="quarter" idx="5"/>
          </p:nvPr>
        </p:nvSpPr>
        <p:spPr/>
        <p:txBody>
          <a:bodyPr/>
          <a:lstStyle/>
          <a:p>
            <a:pPr rtl="0"/>
            <a:fld id="{8B990660-4B7D-4C11-96DB-B19FFA8CA93C}" type="slidenum">
              <a:rPr lang="es-ES" smtClean="0"/>
              <a:t>2</a:t>
            </a:fld>
            <a:endParaRPr lang="es-ES"/>
          </a:p>
        </p:txBody>
      </p:sp>
    </p:spTree>
    <p:extLst>
      <p:ext uri="{BB962C8B-B14F-4D97-AF65-F5344CB8AC3E}">
        <p14:creationId xmlns:p14="http://schemas.microsoft.com/office/powerpoint/2010/main" val="34434409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Diapositiva de título">
    <p:bg>
      <p:bgPr>
        <a:solidFill>
          <a:schemeClr val="accent6"/>
        </a:solidFill>
        <a:effectLst/>
      </p:bgPr>
    </p:bg>
    <p:spTree>
      <p:nvGrpSpPr>
        <p:cNvPr id="1" name=""/>
        <p:cNvGrpSpPr/>
        <p:nvPr/>
      </p:nvGrpSpPr>
      <p:grpSpPr>
        <a:xfrm>
          <a:off x="0" y="0"/>
          <a:ext cx="0" cy="0"/>
          <a:chOff x="0" y="0"/>
          <a:chExt cx="0" cy="0"/>
        </a:xfrm>
      </p:grpSpPr>
      <p:sp>
        <p:nvSpPr>
          <p:cNvPr id="833" name="Rectángulo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s-ES" noProof="0"/>
              <a:t>6.53</a:t>
            </a:r>
          </a:p>
          <a:p>
            <a:pPr algn="ctr" rtl="0"/>
            <a:endParaRPr lang="es-ES" noProof="0"/>
          </a:p>
        </p:txBody>
      </p:sp>
      <p:sp>
        <p:nvSpPr>
          <p:cNvPr id="2" name="Título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vl1pPr>
          </a:lstStyle>
          <a:p>
            <a:pPr rtl="0"/>
            <a:r>
              <a:rPr lang="es-ES" noProof="0"/>
              <a:t>HAGA CLIC PARA EDITAR EL TÍTULO</a:t>
            </a:r>
          </a:p>
        </p:txBody>
      </p:sp>
      <p:sp>
        <p:nvSpPr>
          <p:cNvPr id="3" name="Subtítulo 2">
            <a:extLst>
              <a:ext uri="{FF2B5EF4-FFF2-40B4-BE49-F238E27FC236}">
                <a16:creationId xmlns:a16="http://schemas.microsoft.com/office/drawing/2014/main" id="{43D32955-BB06-40DE-A14A-2170FD41AD52}"/>
              </a:ext>
            </a:extLst>
          </p:cNvPr>
          <p:cNvSpPr>
            <a:spLocks noGrp="1"/>
          </p:cNvSpPr>
          <p:nvPr>
            <p:ph type="subTitle" idx="1" hasCustomPrompt="1"/>
          </p:nvPr>
        </p:nvSpPr>
        <p:spPr>
          <a:xfrm>
            <a:off x="6437376" y="3483864"/>
            <a:ext cx="4379976" cy="613370"/>
          </a:xfrm>
        </p:spPr>
        <p:txBody>
          <a:bodyPr rtlCol="0">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es-ES" noProof="0"/>
              <a:t>Hacer clic para editar</a:t>
            </a:r>
          </a:p>
        </p:txBody>
      </p:sp>
      <p:grpSp>
        <p:nvGrpSpPr>
          <p:cNvPr id="10" name="Marcador de posición de imagen 16" descr="ilustración abstracta a color de edificio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es-ES" noProof="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es-ES" noProof="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es-ES" noProof="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es-ES" noProof="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es-ES" noProof="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es-ES" noProof="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es-ES" noProof="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es-ES" noProof="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es-ES" noProof="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es-ES" noProof="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es-ES" noProof="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es-ES" noProof="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es-ES" noProof="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es-ES" noProof="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es-ES" noProof="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es-ES" noProof="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es-ES" noProof="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es-ES" noProof="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es-ES" noProof="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es-ES" noProof="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es-ES" noProof="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es-ES" noProof="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es-ES" noProof="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es-ES" noProof="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es-ES" noProof="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es-ES" noProof="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es-ES" noProof="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es-ES" noProof="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es-ES" noProof="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es-ES" noProof="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es-ES" noProof="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es-ES" noProof="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es-ES" noProof="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es-ES" noProof="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es-ES" noProof="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es-ES" noProof="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es-ES" noProof="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es-ES" noProof="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es-ES" noProof="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es-ES" noProof="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es-ES" noProof="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es-ES" noProof="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es-ES" noProof="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es-ES" noProof="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es-ES" noProof="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es-ES" noProof="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es-ES" noProof="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es-ES" noProof="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es-ES" noProof="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es-ES" noProof="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es-ES" noProof="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es-ES" noProof="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es-ES" noProof="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es-ES" noProof="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es-ES" noProof="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es-ES" noProof="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es-ES" noProof="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es-ES" noProof="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es-ES" noProof="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es-ES" noProof="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es-ES" noProof="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es-ES" noProof="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es-ES" noProof="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es-ES" noProof="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es-ES" noProof="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es-ES" noProof="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es-ES" noProof="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es-ES" noProof="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es-ES" noProof="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es-ES" noProof="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es-ES" noProof="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es-ES" noProof="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es-ES" noProof="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s-ES" noProof="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es-ES" noProof="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es-ES" noProof="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es-ES" noProof="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es-ES" noProof="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es-ES" noProof="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es-ES" noProof="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es-ES" noProof="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es-ES" noProof="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es-ES" noProof="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es-ES" noProof="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es-ES" noProof="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es-ES" noProof="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es-ES" noProof="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es-ES" noProof="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es-ES" noProof="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es-ES" noProof="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es-ES" noProof="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s-ES" noProof="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es-ES" noProof="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es-ES" noProof="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s-ES" noProof="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es-ES" noProof="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es-ES" noProof="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es-ES" noProof="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es-ES" noProof="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es-ES" noProof="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es-ES" noProof="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es-ES" noProof="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es-ES" noProof="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es-ES" noProof="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es-ES" noProof="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es-ES" noProof="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es-ES" noProof="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es-ES" noProof="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es-ES" noProof="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es-ES" noProof="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es-ES" noProof="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es-ES" noProof="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es-ES" noProof="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es-ES" noProof="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s-ES" noProof="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es-ES" noProof="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es-ES" noProof="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es-ES" noProof="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es-ES" noProof="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es-ES" noProof="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es-ES" noProof="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es-ES" noProof="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es-ES" noProof="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es-ES" noProof="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es-ES" noProof="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es-ES" noProof="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s-ES" noProof="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es-ES" noProof="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es-ES" noProof="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es-ES" noProof="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es-ES" noProof="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es-ES" noProof="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es-ES" noProof="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es-ES" noProof="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es-ES" noProof="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es-ES" noProof="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es-ES" noProof="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es-ES" noProof="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es-ES" noProof="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es-ES" noProof="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es-ES" noProof="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es-ES" noProof="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es-ES" noProof="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es-ES" noProof="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es-ES" noProof="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es-ES" noProof="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es-ES" noProof="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es-ES" noProof="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es-ES" noProof="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es-ES" noProof="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es-ES" noProof="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es-ES" noProof="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es-ES" noProof="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es-ES" noProof="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es-ES" noProof="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es-ES" noProof="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es-ES" noProof="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es-ES" noProof="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es-ES" noProof="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es-ES" noProof="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es-ES" noProof="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s-ES" noProof="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es-ES" noProof="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es-ES" noProof="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es-ES" noProof="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es-ES" noProof="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s-ES" noProof="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es-ES" noProof="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s-ES" noProof="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es-ES" noProof="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es-ES" noProof="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es-ES" noProof="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es-ES" noProof="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es-ES" noProof="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es-ES" noProof="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es-ES" noProof="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es-ES" noProof="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s-ES" noProof="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es-ES" noProof="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es-ES" noProof="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es-ES" noProof="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es-ES" noProof="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es-ES" noProof="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es-ES" noProof="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es-ES" noProof="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s-ES" noProof="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es-ES" noProof="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es-ES" noProof="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es-ES" noProof="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es-ES" noProof="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es-ES" noProof="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es-ES" noProof="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es-ES" noProof="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es-ES" noProof="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es-ES" noProof="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s-ES" noProof="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es-ES" noProof="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es-ES" noProof="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es-ES" noProof="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es-ES" noProof="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es-ES" noProof="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es-ES" noProof="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es-ES" noProof="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es-ES" noProof="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es-ES" noProof="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es-ES" noProof="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es-ES" noProof="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es-ES" noProof="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es-ES" noProof="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es-ES" noProof="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es-ES" noProof="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es-ES" noProof="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es-ES" noProof="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es-ES" noProof="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es-ES" noProof="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es-ES" noProof="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es-ES" noProof="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es-ES" noProof="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es-ES" noProof="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es-ES" noProof="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es-ES" noProof="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es-ES" noProof="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es-ES" noProof="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es-ES" noProof="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es-ES" noProof="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es-ES" noProof="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es-ES" noProof="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s-ES" noProof="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es-ES" noProof="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es-ES" noProof="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es-ES" noProof="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es-ES" noProof="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es-ES" noProof="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es-ES" noProof="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es-ES" noProof="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es-ES" noProof="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s-ES" noProof="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s-ES" noProof="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es-ES" noProof="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es-ES" noProof="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es-ES" noProof="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es-ES" noProof="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es-ES" noProof="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es-ES" noProof="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es-ES" noProof="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es-ES" noProof="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es-ES" noProof="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es-ES" noProof="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es-ES" noProof="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s-ES" noProof="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es-ES" noProof="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es-ES" noProof="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es-ES" noProof="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es-ES" noProof="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es-ES" noProof="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es-ES" noProof="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es-ES" noProof="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es-ES" noProof="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es-ES" noProof="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es-ES" noProof="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es-ES" noProof="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es-ES" noProof="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s-ES" noProof="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s-ES" noProof="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es-ES" noProof="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s-ES" noProof="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es-ES" noProof="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es-ES" noProof="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es-ES" noProof="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es-ES" noProof="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es-ES" noProof="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es-ES" noProof="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es-ES" noProof="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es-ES" noProof="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s-ES" noProof="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es-ES" noProof="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es-ES" noProof="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es-ES" noProof="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s-ES" noProof="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es-ES" noProof="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es-ES" noProof="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es-ES" noProof="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es-ES" noProof="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es-ES" noProof="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es-ES" noProof="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es-ES" noProof="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es-ES" noProof="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s-ES" noProof="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s-ES" noProof="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es-ES" noProof="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es-ES" noProof="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es-ES" noProof="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es-ES" noProof="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es-ES" noProof="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es-ES" noProof="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es-ES" noProof="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es-ES" noProof="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es-ES" noProof="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Sobre nosotr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rtlCol="0"/>
          <a:lstStyle>
            <a:lvl1pPr>
              <a:defRPr baseline="0"/>
            </a:lvl1pPr>
          </a:lstStyle>
          <a:p>
            <a:pPr rtl="0"/>
            <a:r>
              <a:rPr lang="es-ES" noProof="0"/>
              <a:t>HAGA CLIC PARA EDITAR EL TÍTULO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rtlCol="0"/>
          <a:lstStyle>
            <a:lvl1pPr algn="r">
              <a:defRPr/>
            </a:lvl1pPr>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8" name="Marcador de texto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grpSp>
        <p:nvGrpSpPr>
          <p:cNvPr id="971" name="Marcador de posición de imagen 986" descr="ilustración abstracta a color de edificio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es-ES" noProof="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es-ES" noProof="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es-ES" noProof="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es-ES" noProof="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es-ES" noProof="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es-ES" noProof="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es-ES" noProof="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es-ES" noProof="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es-ES" noProof="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es-ES" noProof="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es-ES" noProof="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es-ES" noProof="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es-ES" noProof="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es-ES" noProof="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es-ES" noProof="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es-ES" noProof="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es-ES" noProof="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es-ES" noProof="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es-ES" noProof="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es-ES" noProof="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es-ES" noProof="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es-ES" noProof="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es-ES" noProof="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es-ES" noProof="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es-ES" noProof="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es-ES" noProof="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es-ES" noProof="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es-ES" noProof="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es-ES" noProof="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es-ES" noProof="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es-ES" noProof="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es-ES" noProof="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es-ES" noProof="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es-ES" noProof="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es-ES" noProof="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es-ES" noProof="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es-ES" noProof="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es-ES" noProof="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es-ES" noProof="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es-ES" noProof="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es-ES" noProof="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es-ES" noProof="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es-ES" noProof="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es-ES" noProof="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es-ES" noProof="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es-ES" noProof="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es-ES" noProof="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es-ES" noProof="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es-ES" noProof="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es-ES" noProof="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es-ES" noProof="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es-ES" noProof="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es-ES" noProof="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es-ES" noProof="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es-ES" noProof="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es-ES" noProof="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es-ES" noProof="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es-ES" noProof="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es-ES" noProof="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es-ES" noProof="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es-ES" noProof="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es-ES" noProof="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es-ES" noProof="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es-ES" noProof="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es-ES" noProof="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es-ES" noProof="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es-ES" noProof="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es-ES" noProof="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es-ES" noProof="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es-ES" noProof="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es-ES" noProof="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es-ES" noProof="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es-ES" noProof="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es-ES" noProof="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es-ES" noProof="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es-ES" noProof="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es-ES" noProof="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es-ES" noProof="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es-ES" noProof="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es-ES" noProof="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es-ES" noProof="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es-ES" noProof="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es-ES" noProof="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es-ES" noProof="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es-ES" noProof="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es-ES" noProof="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es-ES" noProof="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es-ES" noProof="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es-ES" noProof="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es-ES" noProof="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es-ES" noProof="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es-ES" noProof="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es-ES" noProof="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es-ES" noProof="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es-ES" noProof="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es-ES" noProof="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es-ES" noProof="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es-ES" noProof="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es-ES" noProof="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es-ES" noProof="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es-ES" noProof="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es-ES" noProof="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es-ES" noProof="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es-ES" noProof="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es-ES" noProof="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es-ES" noProof="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es-ES" noProof="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es-ES" noProof="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es-ES" noProof="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es-ES" noProof="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es-ES" noProof="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es-ES" noProof="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es-ES" noProof="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es-ES" noProof="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es-ES" noProof="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es-ES" noProof="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es-ES" noProof="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es-ES" noProof="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es-ES" noProof="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es-ES" noProof="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es-ES" noProof="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es-ES" noProof="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es-ES" noProof="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es-ES" noProof="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es-ES" noProof="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es-ES" noProof="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es-ES" noProof="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es-ES" noProof="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es-ES" noProof="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es-ES" noProof="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es-ES" noProof="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es-ES" noProof="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es-ES" noProof="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es-ES" noProof="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es-ES" noProof="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es-ES" noProof="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es-ES" noProof="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es-ES" noProof="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es-ES" noProof="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es-ES" noProof="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es-ES" noProof="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es-ES" noProof="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es-ES" noProof="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es-ES" noProof="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es-ES" noProof="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es-ES" noProof="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es-ES" noProof="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es-ES" noProof="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es-ES" noProof="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es-ES" noProof="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es-ES" noProof="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es-ES" noProof="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es-ES" noProof="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es-ES" noProof="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es-ES" noProof="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es-ES" noProof="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es-ES" noProof="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es-ES" noProof="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es-ES" noProof="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es-ES" noProof="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es-ES" noProof="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es-ES" noProof="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es-ES" noProof="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es-ES" noProof="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es-ES" noProof="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es-ES" noProof="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es-ES" noProof="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es-ES" noProof="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es-ES" noProof="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es-ES" noProof="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es-ES" noProof="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es-ES" noProof="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es-ES" noProof="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es-ES" noProof="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es-ES" noProof="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es-ES" noProof="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es-ES" noProof="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es-ES" noProof="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es-ES" noProof="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es-ES" noProof="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es-ES" noProof="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es-ES" noProof="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es-ES" noProof="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es-ES" noProof="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es-ES" noProof="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es-ES" noProof="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es-ES" noProof="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es-ES" noProof="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es-ES" noProof="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es-ES" noProof="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es-ES" noProof="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es-ES" noProof="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es-ES" noProof="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es-ES" noProof="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es-ES" noProof="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es-ES" noProof="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es-ES" noProof="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es-ES" noProof="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es-ES" noProof="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es-ES" noProof="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es-ES" noProof="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es-ES" noProof="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es-ES" noProof="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es-ES" noProof="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es-ES" noProof="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es-ES" noProof="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es-ES" noProof="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es-ES" noProof="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es-ES" noProof="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es-ES" noProof="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es-ES" noProof="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es-ES" noProof="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es-ES" noProof="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es-ES" noProof="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es-ES" noProof="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es-ES" noProof="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es-ES" noProof="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es-ES" noProof="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es-ES" noProof="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es-ES" noProof="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es-ES" noProof="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es-ES" noProof="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es-ES" noProof="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es-ES" noProof="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es-ES" noProof="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es-ES" noProof="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es-ES" noProof="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es-ES" noProof="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es-ES" noProof="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es-ES" noProof="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es-ES" noProof="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es-ES" noProof="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es-ES" noProof="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es-ES" noProof="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es-ES" noProof="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es-ES" noProof="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es-ES" noProof="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es-ES" noProof="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es-ES" noProof="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es-ES" noProof="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es-ES" noProof="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es-ES" noProof="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es-ES" noProof="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es-ES" noProof="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es-ES" noProof="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es-ES" noProof="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es-ES" noProof="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es-ES" noProof="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es-ES" noProof="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es-ES" noProof="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es-ES" noProof="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es-ES" noProof="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es-ES" noProof="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es-ES" noProof="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es-ES" noProof="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es-ES" noProof="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es-ES" noProof="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es-ES" noProof="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es-ES" noProof="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es-ES" noProof="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es-ES" noProof="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es-ES" noProof="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es-ES" noProof="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es-ES" noProof="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es-ES" noProof="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es-ES" noProof="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es-ES" noProof="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es-ES" noProof="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es-ES" noProof="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es-ES" noProof="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es-ES" noProof="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es-ES" noProof="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es-ES" noProof="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es-ES" noProof="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es-ES" noProof="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es-ES" noProof="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es-ES" noProof="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es-ES" noProof="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es-ES" noProof="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es-ES" noProof="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es-ES" noProof="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es-ES" noProof="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es-ES" noProof="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es-ES" noProof="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es-ES" noProof="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es-ES" noProof="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es-ES" noProof="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es-ES" noProof="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es-ES" noProof="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es-ES" noProof="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es-ES" noProof="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es-ES" noProof="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es-ES" noProof="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es-ES" noProof="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es-ES" noProof="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es-ES" noProof="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es-ES" noProof="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es-ES" noProof="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es-ES" noProof="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es-ES" noProof="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es-ES" noProof="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es-ES" noProof="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es-ES" noProof="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es-ES" noProof="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es-ES" noProof="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es-ES" noProof="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es-ES" noProof="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es-ES" noProof="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es-ES" noProof="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es-ES" noProof="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es-ES" noProof="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es-ES" noProof="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es-ES" noProof="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es-ES" noProof="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es-ES" noProof="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es-ES" noProof="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es-ES" noProof="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es-ES" noProof="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es-ES" noProof="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es-ES" noProof="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es-ES" noProof="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es-ES" noProof="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es-ES" noProof="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es-ES" noProof="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es-ES" noProof="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es-ES" noProof="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es-ES" noProof="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es-ES" noProof="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es-ES" noProof="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es-ES" noProof="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es-ES" noProof="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es-ES" noProof="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es-ES" noProof="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es-ES" noProof="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es-ES" noProof="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es-ES" noProof="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es-ES" noProof="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es-ES" noProof="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es-ES" noProof="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es-ES" noProof="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es-ES" noProof="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es-ES" noProof="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es-ES" noProof="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es-ES" noProof="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es-ES" noProof="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es-ES" noProof="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es-ES" noProof="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es-ES" noProof="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es-ES" noProof="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es-ES" noProof="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es-ES" noProof="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es-ES" noProof="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es-ES" noProof="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es-ES" noProof="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es-ES" noProof="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es-ES" noProof="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es-ES" noProof="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es-ES" noProof="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es-ES" noProof="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es-ES" noProof="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es-ES" noProof="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es-ES" noProof="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es-ES" noProof="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es-ES" noProof="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es-ES" noProof="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es-ES" noProof="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es-ES" noProof="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es-ES" noProof="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es-ES" noProof="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es-ES" noProof="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es-ES" noProof="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es-ES" noProof="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es-ES" noProof="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es-ES" noProof="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es-ES" noProof="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es-ES" noProof="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es-ES" noProof="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es-ES" noProof="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es-ES" noProof="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es-ES" noProof="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es-ES" noProof="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es-ES" noProof="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es-ES" noProof="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es-ES" noProof="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es-ES" noProof="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es-ES" noProof="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es-ES" noProof="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es-ES" noProof="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es-ES" noProof="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es-ES" noProof="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es-ES" noProof="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es-ES" noProof="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es-ES" noProof="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es-ES" noProof="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es-ES" noProof="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es-ES" noProof="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es-ES" noProof="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es-ES" noProof="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es-ES" noProof="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es-ES" noProof="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es-ES" noProof="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es-ES" noProof="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es-ES" noProof="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es-ES" noProof="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es-ES" noProof="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es-ES" noProof="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es-ES" noProof="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es-ES" noProof="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es-ES" noProof="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es-ES" noProof="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es-ES" noProof="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es-ES" noProof="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es-ES" noProof="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es-ES" noProof="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es-ES" noProof="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es-ES" noProof="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es-ES" noProof="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es-ES" noProof="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es-ES" noProof="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es-ES" noProof="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es-ES" noProof="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es-ES" noProof="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es-ES" noProof="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es-ES" noProof="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es-ES" noProof="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es-ES" noProof="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es-ES" noProof="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es-ES" noProof="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es-ES" noProof="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es-ES" noProof="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es-ES" noProof="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es-ES" noProof="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es-ES" noProof="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es-ES" noProof="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es-ES" noProof="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es-ES" noProof="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es-ES" noProof="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es-ES" noProof="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es-ES" noProof="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es-ES" noProof="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es-ES" noProof="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es-ES" noProof="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es-ES" noProof="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es-ES" noProof="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es-ES" noProof="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es-ES" noProof="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es-ES" noProof="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es-ES" noProof="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es-ES" noProof="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es-ES" noProof="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es-ES" noProof="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es-ES" noProof="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es-ES" noProof="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es-ES" noProof="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es-ES" noProof="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es-ES" noProof="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es-ES" noProof="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es-ES" noProof="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es-ES" noProof="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es-ES" noProof="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es-ES" noProof="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es-ES" noProof="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es-ES" noProof="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es-ES" noProof="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es-ES" noProof="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es-ES" noProof="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es-ES" noProof="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es-ES" noProof="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es-ES" noProof="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es-ES" noProof="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es-ES" noProof="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es-ES" noProof="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es-ES" noProof="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es-ES" noProof="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es-ES" noProof="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es-ES" noProof="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es-ES" noProof="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es-ES" noProof="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es-ES" noProof="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es-ES" noProof="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es-ES" noProof="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es-ES" noProof="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es-ES" noProof="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es-ES" noProof="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es-ES" noProof="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es-ES" noProof="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es-ES" noProof="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es-ES" noProof="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es-ES" noProof="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es-ES" noProof="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es-ES" noProof="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es-ES" noProof="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es-ES" noProof="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es-ES" noProof="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es-ES" noProof="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es-ES" noProof="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es-ES" noProof="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es-ES" noProof="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es-ES" noProof="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es-ES" noProof="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es-ES" noProof="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es-ES" noProof="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es-ES" noProof="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es-ES" noProof="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es-ES" noProof="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es-ES" noProof="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es-ES" noProof="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es-ES" noProof="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es-ES" noProof="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es-ES" noProof="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es-ES" noProof="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es-ES" noProof="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es-ES" noProof="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es-ES" noProof="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es-ES" noProof="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es-ES" noProof="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es-ES" noProof="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es-ES" noProof="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es-ES" noProof="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es-ES" noProof="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es-ES" noProof="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es-ES" noProof="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es-ES" noProof="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es-ES" noProof="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es-ES" noProof="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es-ES" noProof="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es-ES" noProof="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es-ES" noProof="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es-ES" noProof="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es-ES" noProof="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es-ES" noProof="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es-ES" noProof="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es-ES" noProof="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es-ES" noProof="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es-ES" noProof="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es-ES" noProof="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es-ES" noProof="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es-ES" noProof="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es-ES" noProof="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es-ES" noProof="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es-ES" noProof="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es-ES" noProof="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es-ES" noProof="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es-ES" noProof="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es-ES" noProof="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es-ES" noProof="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es-ES" noProof="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es-ES" noProof="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es-ES" noProof="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es-ES" noProof="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es-ES" noProof="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es-ES" noProof="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es-ES" noProof="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es-ES" noProof="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es-ES" noProof="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es-ES" noProof="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es-ES" noProof="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es-ES" noProof="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es-ES" noProof="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es-ES" noProof="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es-ES" noProof="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es-ES" noProof="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es-ES" noProof="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es-ES" noProof="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es-ES" noProof="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es-ES" noProof="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es-ES" noProof="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es-ES" noProof="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es-ES" noProof="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es-ES" noProof="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es-ES" noProof="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es-ES" noProof="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es-ES" noProof="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es-ES" noProof="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es-ES" noProof="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es-ES" noProof="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es-ES" noProof="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es-ES" noProof="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es-ES" noProof="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es-ES" noProof="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es-ES" noProof="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es-ES" noProof="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es-ES" noProof="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es-ES" noProof="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es-ES" noProof="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es-ES" noProof="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es-ES" noProof="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es-ES" noProof="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es-ES" noProof="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es-ES" noProof="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es-ES" noProof="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es-ES" noProof="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es-ES" noProof="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es-ES" noProof="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es-ES" noProof="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es-ES" noProof="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es-ES" noProof="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es-ES" noProof="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es-ES" noProof="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es-ES" noProof="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es-ES" noProof="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es-ES" noProof="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es-ES" noProof="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es-ES" noProof="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es-ES" noProof="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es-ES" noProof="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es-ES" noProof="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es-ES" noProof="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es-ES" noProof="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es-ES" noProof="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es-ES" noProof="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es-ES" noProof="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es-ES" noProof="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es-ES" noProof="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s-ES" noProof="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es-ES" noProof="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es-ES" noProof="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es-ES" noProof="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es-ES" noProof="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es-ES" noProof="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es-ES" noProof="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es-ES" noProof="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es-ES" noProof="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es-ES" noProof="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es-ES" noProof="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es-ES" noProof="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es-ES" noProof="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es-ES" noProof="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es-ES" noProof="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es-ES" noProof="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es-ES" noProof="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es-ES" noProof="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es-ES" noProof="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es-ES" noProof="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es-ES" noProof="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es-ES" noProof="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es-ES" noProof="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es-ES" noProof="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es-ES" noProof="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es-ES" noProof="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es-ES" noProof="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es-ES" noProof="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es-ES" noProof="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es-ES" noProof="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es-ES" noProof="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es-ES" noProof="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es-ES" noProof="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es-ES" noProof="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es-ES" noProof="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es-ES" noProof="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es-ES" noProof="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es-ES" noProof="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es-ES" noProof="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es-ES" noProof="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es-ES" noProof="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es-ES" noProof="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es-ES" noProof="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es-ES" noProof="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es-ES" noProof="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es-ES" noProof="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es-ES" noProof="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es-ES" noProof="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es-ES" noProof="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es-ES" noProof="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es-ES" noProof="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es-ES" noProof="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es-ES" noProof="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es-ES" noProof="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es-ES" noProof="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es-ES" noProof="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es-ES" noProof="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es-ES" noProof="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es-ES" noProof="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es-ES" noProof="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es-ES" noProof="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es-ES" noProof="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es-ES" noProof="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es-ES" noProof="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es-ES" noProof="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es-ES" noProof="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es-ES" noProof="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es-ES" noProof="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es-ES" noProof="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es-ES" noProof="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es-ES" noProof="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es-ES" noProof="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es-ES" noProof="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es-ES" noProof="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es-ES" noProof="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es-ES" noProof="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es-ES" noProof="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es-ES" noProof="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es-ES" noProof="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es-ES" noProof="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es-ES" noProof="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es-ES" noProof="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es-ES" noProof="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es-ES" noProof="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es-ES" noProof="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es-ES" noProof="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es-ES" noProof="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es-ES" noProof="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es-ES" noProof="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es-ES" noProof="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es-ES" noProof="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es-ES" noProof="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es-ES" noProof="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es-ES" noProof="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es-ES" noProof="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es-ES" noProof="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es-ES" noProof="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es-ES" noProof="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es-ES" noProof="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es-ES" noProof="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es-ES" noProof="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es-ES" noProof="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es-ES" noProof="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es-ES" noProof="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es-ES" noProof="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es-ES" noProof="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es-ES" noProof="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es-ES" noProof="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es-ES" noProof="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es-ES" noProof="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es-ES" noProof="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es-ES" noProof="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es-ES" noProof="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es-ES" noProof="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es-ES" noProof="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es-ES" noProof="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es-ES" noProof="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es-ES" noProof="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es-ES" noProof="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es-ES" noProof="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es-ES" noProof="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es-ES" noProof="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es-ES" noProof="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es-ES" noProof="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es-ES" noProof="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es-ES" noProof="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es-ES" noProof="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es-ES" noProof="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es-ES" noProof="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es-ES" noProof="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es-ES" noProof="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es-ES" noProof="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es-ES" noProof="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es-ES" noProof="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es-ES" noProof="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es-ES" noProof="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es-ES" noProof="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es-ES" noProof="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es-ES" noProof="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es-ES" noProof="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es-ES" noProof="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es-ES" noProof="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es-ES" noProof="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es-ES" noProof="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es-ES" noProof="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es-ES" noProof="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es-ES" noProof="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es-ES" noProof="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es-ES" noProof="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es-ES" noProof="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es-ES" noProof="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es-ES" noProof="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es-ES" noProof="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es-ES" noProof="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es-ES" noProof="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es-ES" noProof="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es-ES" noProof="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es-ES" noProof="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es-ES" noProof="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es-ES" noProof="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es-ES" noProof="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es-ES" noProof="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es-ES" noProof="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es-ES" noProof="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es-ES" noProof="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es-ES" noProof="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es-ES" noProof="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es-ES" noProof="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es-ES" noProof="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es-ES" noProof="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es-ES" noProof="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es-ES" noProof="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es-ES" noProof="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es-ES" noProof="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es-ES" noProof="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es-ES" noProof="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es-ES" noProof="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es-ES" noProof="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es-ES" noProof="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es-ES" noProof="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es-ES" noProof="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es-ES" noProof="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es-ES" noProof="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es-ES" noProof="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es-ES" noProof="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es-ES" noProof="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es-ES" noProof="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es-ES" noProof="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es-ES" noProof="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es-ES" noProof="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es-ES" noProof="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es-ES" noProof="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es-ES" noProof="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es-ES" noProof="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es-ES" noProof="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es-ES" noProof="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es-ES" noProof="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es-ES" noProof="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es-ES" noProof="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es-ES" noProof="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es-ES" noProof="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es-ES" noProof="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es-ES" noProof="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es-ES" noProof="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es-ES" noProof="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es-ES" noProof="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es-ES" noProof="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es-ES" noProof="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es-ES" noProof="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es-ES" noProof="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es-ES" noProof="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es-ES" noProof="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es-ES" noProof="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es-ES" noProof="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es-ES" noProof="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es-ES" noProof="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es-ES" noProof="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es-ES" noProof="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es-ES" noProof="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es-ES" noProof="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es-ES" noProof="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es-ES" noProof="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es-ES" noProof="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es-ES" noProof="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es-ES" noProof="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es-ES" noProof="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es-ES" noProof="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es-ES" noProof="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es-ES" noProof="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es-ES" noProof="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es-ES" noProof="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es-ES" noProof="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es-ES" noProof="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es-ES" noProof="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es-ES" noProof="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es-ES" noProof="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es-ES" noProof="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es-ES" noProof="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es-ES" noProof="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es-ES" noProof="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es-ES" noProof="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es-ES" noProof="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es-ES" noProof="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es-ES" noProof="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es-ES" noProof="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es-ES" noProof="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es-ES" noProof="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es-ES" noProof="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es-ES" noProof="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es-ES" noProof="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es-ES" noProof="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es-ES" noProof="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es-ES" noProof="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es-ES" noProof="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es-ES" noProof="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es-ES" noProof="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es-ES" noProof="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es-ES" noProof="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es-ES" noProof="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es-ES" noProof="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es-ES" noProof="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es-ES" noProof="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es-ES" noProof="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es-ES" noProof="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es-ES" noProof="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es-ES" noProof="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es-ES" noProof="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es-ES" noProof="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es-ES" noProof="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es-ES" noProof="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es-ES" noProof="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a">
    <p:spTree>
      <p:nvGrpSpPr>
        <p:cNvPr id="1" name=""/>
        <p:cNvGrpSpPr/>
        <p:nvPr/>
      </p:nvGrpSpPr>
      <p:grpSpPr>
        <a:xfrm>
          <a:off x="0" y="0"/>
          <a:ext cx="0" cy="0"/>
          <a:chOff x="0" y="0"/>
          <a:chExt cx="0" cy="0"/>
        </a:xfrm>
      </p:grpSpPr>
      <p:grpSp>
        <p:nvGrpSpPr>
          <p:cNvPr id="20" name="Marcador de posición de imagen 57" descr="ilustración abstracta a color de edificio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es-ES" noProof="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es-ES" noProof="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es-ES" noProof="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es-ES" noProof="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es-ES" noProof="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es-ES" noProof="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es-ES" noProof="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es-ES" noProof="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es-ES" noProof="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es-ES" noProof="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es-ES" noProof="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es-ES" noProof="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es-ES" noProof="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es-ES" noProof="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es-ES" noProof="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es-ES" noProof="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es-ES" noProof="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es-ES" noProof="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es-ES" noProof="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es-ES" noProof="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es-ES" noProof="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es-ES" noProof="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es-ES" noProof="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es-ES" noProof="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es-ES" noProof="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es-ES" noProof="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es-ES" noProof="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es-ES" noProof="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es-ES" noProof="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es-ES" noProof="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es-ES" noProof="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es-ES" noProof="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es-ES" noProof="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es-ES" noProof="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es-ES" noProof="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es-ES" noProof="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es-ES" noProof="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es-ES" noProof="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es-ES" noProof="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es-ES" noProof="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es-ES" noProof="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es-ES" noProof="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es-ES" noProof="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es-ES" noProof="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es-ES" noProof="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es-ES" noProof="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es-ES" noProof="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es-ES" noProof="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es-ES" noProof="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es-ES" noProof="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es-ES" noProof="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es-ES" noProof="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es-ES" noProof="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es-ES" noProof="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es-ES" noProof="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es-ES" noProof="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es-ES" noProof="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es-ES" noProof="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es-ES" noProof="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es-ES" noProof="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es-ES" noProof="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es-ES" noProof="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es-ES" noProof="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es-ES" noProof="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es-ES" noProof="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es-ES" noProof="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es-ES" noProof="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es-ES" noProof="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es-ES" noProof="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es-ES" noProof="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es-ES" noProof="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es-ES" noProof="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es-ES" noProof="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es-ES" noProof="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es-ES" noProof="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es-ES" noProof="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es-ES" noProof="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es-ES" noProof="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es-ES" noProof="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es-ES" noProof="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es-ES" noProof="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es-ES" noProof="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es-ES" noProof="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es-ES" noProof="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es-ES" noProof="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es-ES" noProof="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es-ES" noProof="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es-ES" noProof="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es-ES" noProof="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es-ES" noProof="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es-ES" noProof="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es-ES" noProof="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es-ES" noProof="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es-ES" noProof="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es-ES" noProof="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es-ES" noProof="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es-ES" noProof="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es-ES" noProof="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es-ES" noProof="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es-ES" noProof="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es-ES" noProof="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es-ES" noProof="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es-ES" noProof="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es-ES" noProof="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es-ES" noProof="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es-ES" noProof="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es-ES" noProof="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es-ES" noProof="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es-ES" noProof="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es-ES" noProof="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es-ES" noProof="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es-ES" noProof="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es-ES" noProof="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es-ES" noProof="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es-ES" noProof="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es-ES" noProof="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es-ES" noProof="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es-ES" noProof="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es-ES" noProof="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es-ES" noProof="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es-ES" noProof="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es-ES" noProof="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es-ES" noProof="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es-ES" noProof="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es-ES" noProof="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s-ES" noProof="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es-ES" noProof="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es-ES" noProof="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es-ES" noProof="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es-ES" noProof="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es-ES" noProof="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es-ES" noProof="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es-ES" noProof="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es-ES" noProof="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es-ES" noProof="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s-ES" noProof="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es-ES" noProof="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es-ES" noProof="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s-ES" noProof="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es-ES" noProof="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es-ES" noProof="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es-ES" noProof="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es-ES" noProof="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es-ES" noProof="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es-ES" noProof="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es-ES" noProof="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es-ES" noProof="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es-ES" noProof="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es-ES" noProof="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es-ES" noProof="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es-ES" noProof="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es-ES" noProof="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s-ES" noProof="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es-ES" noProof="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s-ES" noProof="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es-ES" noProof="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es-ES" noProof="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es-ES" noProof="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es-ES" noProof="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es-ES" noProof="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es-ES" noProof="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es-ES" noProof="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es-ES" noProof="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es-ES" noProof="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es-ES" noProof="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es-ES" noProof="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es-ES" noProof="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s-ES" noProof="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es-ES" noProof="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es-ES" noProof="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es-ES" noProof="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s-ES" noProof="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es-ES" noProof="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es-ES" noProof="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s-ES" noProof="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es-ES" noProof="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es-ES" noProof="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es-ES" noProof="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es-ES" noProof="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es-ES" noProof="0"/>
            </a:p>
          </p:txBody>
        </p:sp>
      </p:grp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vl1pPr>
          </a:lstStyle>
          <a:p>
            <a:pPr rtl="0"/>
            <a:r>
              <a:rPr lang="es-ES" noProof="0"/>
              <a:t>HAGA CLIC PARA EDITAR EL TÍTULO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8" name="Marcador de texto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9" name="Marcador de texto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10" name="Marcador de texto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11" name="Marcador de texto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12" name="Marcador de texto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13" name="Marcador de texto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14" name="Marcador de texto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15" name="Marcador de texto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18" name="Marcador de texto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19" name="Marcador de texto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ción">
    <p:spTree>
      <p:nvGrpSpPr>
        <p:cNvPr id="1" name=""/>
        <p:cNvGrpSpPr/>
        <p:nvPr/>
      </p:nvGrpSpPr>
      <p:grpSpPr>
        <a:xfrm>
          <a:off x="0" y="0"/>
          <a:ext cx="0" cy="0"/>
          <a:chOff x="0" y="0"/>
          <a:chExt cx="0" cy="0"/>
        </a:xfrm>
      </p:grpSpPr>
      <p:grpSp>
        <p:nvGrpSpPr>
          <p:cNvPr id="17" name="Marcador de posición de imagen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es-ES" noProof="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es-ES" noProof="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es-ES" noProof="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es-ES" noProof="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es-ES" noProof="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es-ES" noProof="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es-ES" noProof="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es-ES" noProof="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es-ES" noProof="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es-ES" noProof="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es-ES" noProof="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es-ES" noProof="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es-ES" noProof="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es-ES" noProof="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es-ES" noProof="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es-ES" noProof="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es-ES" noProof="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es-ES" noProof="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es-ES" noProof="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es-ES" noProof="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es-ES" noProof="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es-ES" noProof="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es-ES" noProof="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es-ES" noProof="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es-ES" noProof="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es-ES" noProof="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es-ES" noProof="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es-ES" noProof="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es-ES" noProof="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es-ES" noProof="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es-ES" noProof="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es-ES" noProof="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es-ES" noProof="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es-ES" noProof="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es-ES" noProof="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es-ES" noProof="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es-ES" noProof="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es-ES" noProof="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es-ES" noProof="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es-ES" noProof="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es-ES" noProof="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es-ES" noProof="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es-ES" noProof="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es-ES" noProof="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es-ES" noProof="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es-ES" noProof="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es-ES" noProof="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es-ES" noProof="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es-ES" noProof="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es-ES" noProof="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es-ES" noProof="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es-ES" noProof="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es-ES" noProof="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es-ES" noProof="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es-ES" noProof="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es-ES" noProof="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es-ES" noProof="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es-ES" noProof="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es-ES" noProof="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es-ES" noProof="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es-ES" noProof="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es-ES" noProof="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es-ES" noProof="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es-ES" noProof="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es-ES" noProof="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es-ES" noProof="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es-ES" noProof="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es-ES" noProof="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es-ES" noProof="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es-ES" noProof="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es-ES" noProof="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es-ES" noProof="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es-ES" noProof="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es-ES" noProof="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es-ES" noProof="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es-ES" noProof="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es-ES" noProof="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es-ES" noProof="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es-ES" noProof="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es-ES" noProof="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es-ES" noProof="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es-ES" noProof="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es-ES" noProof="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es-ES" noProof="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es-ES" noProof="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es-ES" noProof="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es-ES" noProof="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es-ES" noProof="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es-ES" noProof="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es-ES" noProof="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es-ES" noProof="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es-ES" noProof="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es-ES" noProof="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es-ES" noProof="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es-ES" noProof="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es-ES" noProof="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es-ES" noProof="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es-ES" noProof="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es-ES" noProof="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es-ES" noProof="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es-ES" noProof="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es-ES" noProof="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es-ES" noProof="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es-ES" noProof="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es-ES" noProof="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es-ES" noProof="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es-ES" noProof="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es-ES" noProof="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es-ES" noProof="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es-ES" noProof="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es-ES" noProof="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es-ES" noProof="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es-ES" noProof="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es-ES" noProof="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es-ES" noProof="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es-ES" noProof="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es-ES" noProof="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es-ES" noProof="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es-ES" noProof="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es-ES" noProof="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es-ES" noProof="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es-ES" noProof="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es-ES" noProof="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es-ES" noProof="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es-ES" noProof="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es-ES" noProof="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es-ES" noProof="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es-ES" noProof="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es-ES" noProof="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es-ES" noProof="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es-ES" noProof="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es-ES" noProof="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es-ES" noProof="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es-ES" noProof="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es-ES" noProof="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es-ES" noProof="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es-ES" noProof="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es-ES" noProof="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es-ES" noProof="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es-ES" noProof="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es-ES" noProof="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es-ES" noProof="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es-ES" noProof="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es-ES" noProof="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es-ES" noProof="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es-ES" noProof="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es-ES" noProof="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es-ES" noProof="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es-ES" noProof="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es-ES" noProof="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es-ES" noProof="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es-ES" noProof="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es-ES" noProof="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es-ES" noProof="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es-ES" noProof="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es-ES" noProof="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es-ES" noProof="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es-ES" noProof="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es-ES" noProof="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es-ES" noProof="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es-ES" noProof="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es-ES" noProof="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es-ES" noProof="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es-ES" noProof="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es-ES" noProof="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es-ES" noProof="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es-ES" noProof="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es-ES" noProof="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es-ES" noProof="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es-ES" noProof="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es-ES" noProof="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es-ES" noProof="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es-ES" noProof="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es-ES" noProof="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es-ES" noProof="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es-ES" noProof="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es-ES" noProof="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es-ES" noProof="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s-ES" noProof="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es-ES" noProof="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es-ES" noProof="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es-ES" noProof="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es-ES" noProof="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es-ES" noProof="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es-ES" noProof="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es-ES" noProof="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es-ES" noProof="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es-ES" noProof="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es-ES" noProof="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es-ES" noProof="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es-ES" noProof="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es-ES" noProof="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es-ES" noProof="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es-ES" noProof="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es-ES" noProof="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es-ES" noProof="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es-ES" noProof="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es-ES" noProof="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es-ES" noProof="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es-ES" noProof="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es-ES" noProof="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es-ES" noProof="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es-ES" noProof="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es-ES" noProof="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es-ES" noProof="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es-ES" noProof="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es-ES" noProof="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es-ES" noProof="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es-ES" noProof="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es-ES" noProof="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es-ES" noProof="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es-ES" noProof="0"/>
            </a:p>
          </p:txBody>
        </p:sp>
      </p:grp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vl1pPr>
          </a:lstStyle>
          <a:p>
            <a:pPr rtl="0"/>
            <a:r>
              <a:rPr lang="es-ES" noProof="0"/>
              <a:t>HAGA CLIC PARA EDITAR EL TÍTULO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1/7/20XX</a:t>
            </a:r>
          </a:p>
        </p:txBody>
      </p:sp>
      <p:sp>
        <p:nvSpPr>
          <p:cNvPr id="10" name="Marcador de texto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11" name="Marcador de texto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12" name="Marcador de texto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13" name="Marcador de texto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19" name="Marcador de texto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20" name="Marcador de texto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21" name="Marcador de texto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texto</a:t>
            </a:r>
          </a:p>
        </p:txBody>
      </p:sp>
      <p:sp>
        <p:nvSpPr>
          <p:cNvPr id="22" name="Marcador de texto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EDITAR EL TÍTULO</a:t>
            </a:r>
          </a:p>
        </p:txBody>
      </p:sp>
      <p:sp>
        <p:nvSpPr>
          <p:cNvPr id="15" name="Marcador de pie de página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vl1pPr>
          </a:lstStyle>
          <a:p>
            <a:pPr rtl="0"/>
            <a:r>
              <a:rPr lang="es-ES" noProof="0"/>
              <a:t>Título de la presentación de lanzamiento</a:t>
            </a:r>
          </a:p>
        </p:txBody>
      </p:sp>
      <p:sp>
        <p:nvSpPr>
          <p:cNvPr id="16" name="Marcador de número de diapositiva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s-ES" noProof="0" smtClean="0"/>
              <a:t>‹Nº›</a:t>
            </a:fld>
            <a:endParaRPr lang="es-ES" noProof="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Información general del producto">
    <p:bg>
      <p:bgPr>
        <a:solidFill>
          <a:schemeClr val="bg1"/>
        </a:solidFill>
        <a:effectLst/>
      </p:bgPr>
    </p:bg>
    <p:spTree>
      <p:nvGrpSpPr>
        <p:cNvPr id="1" name=""/>
        <p:cNvGrpSpPr/>
        <p:nvPr/>
      </p:nvGrpSpPr>
      <p:grpSpPr>
        <a:xfrm>
          <a:off x="0" y="0"/>
          <a:ext cx="0" cy="0"/>
          <a:chOff x="0" y="0"/>
          <a:chExt cx="0" cy="0"/>
        </a:xfrm>
      </p:grpSpPr>
      <p:grpSp>
        <p:nvGrpSpPr>
          <p:cNvPr id="16" name="Marcador de posición de imagen 1029" descr="ilustración abstracta a color de edificio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es-ES" noProof="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es-ES" noProof="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es-ES" noProof="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es-ES" noProof="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es-ES" noProof="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es-ES" noProof="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es-ES" noProof="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es-ES" noProof="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es-ES" noProof="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es-ES" noProof="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es-ES" noProof="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es-ES" noProof="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s-ES" noProof="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es-ES" noProof="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es-ES" noProof="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s-ES" noProof="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es-ES" noProof="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es-ES" noProof="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es-ES" noProof="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es-ES" noProof="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es-ES" noProof="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es-ES" noProof="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es-ES" noProof="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es-ES" noProof="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es-ES" noProof="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es-ES" noProof="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es-ES" noProof="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es-ES" noProof="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es-ES" noProof="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s-ES" noProof="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es-ES" noProof="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es-ES" noProof="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es-ES" noProof="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es-ES" noProof="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s-ES" noProof="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es-ES" noProof="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es-ES" noProof="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es-ES" noProof="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es-ES" noProof="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es-ES" noProof="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es-ES" noProof="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es-ES" noProof="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es-ES" noProof="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es-ES" noProof="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es-ES" noProof="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es-ES" noProof="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s-ES" noProof="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s-ES" noProof="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es-ES" noProof="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es-ES" noProof="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es-ES" noProof="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es-ES" noProof="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es-ES" noProof="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es-ES" noProof="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es-ES" noProof="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es-ES" noProof="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es-ES" noProof="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es-ES" noProof="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es-ES" noProof="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es-ES" noProof="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es-ES" noProof="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es-ES" noProof="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es-ES" noProof="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es-ES" noProof="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es-ES" noProof="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s-ES" noProof="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es-ES" noProof="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s-ES" noProof="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es-ES" noProof="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es-ES" noProof="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es-ES" noProof="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es-ES" noProof="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s-ES" noProof="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es-ES" noProof="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es-ES" noProof="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es-ES" noProof="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s-ES" noProof="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es-ES" noProof="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s-ES" noProof="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es-ES" noProof="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es-ES" noProof="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es-ES" noProof="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es-ES" noProof="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s-ES" noProof="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es-ES" noProof="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es-ES" noProof="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s-ES" noProof="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es-ES" noProof="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s-ES" noProof="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es-ES" noProof="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s-ES" noProof="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es-ES" noProof="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s-ES" noProof="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s-ES" noProof="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es-ES" noProof="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s-ES" noProof="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s-ES" noProof="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es-ES" noProof="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es-ES" noProof="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es-ES" noProof="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es-ES" noProof="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es-ES" noProof="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es-ES" noProof="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es-ES" noProof="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es-ES" noProof="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es-ES" noProof="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es-ES" noProof="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es-ES" noProof="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es-ES" noProof="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es-ES" noProof="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es-ES" noProof="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es-ES" noProof="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s-ES" noProof="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es-ES" noProof="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s-ES" noProof="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es-ES" noProof="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s-ES" noProof="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es-ES" noProof="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es-ES" noProof="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es-ES" noProof="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es-ES" noProof="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es-ES" noProof="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es-ES" noProof="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es-ES" noProof="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es-ES" noProof="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es-ES" noProof="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es-ES" noProof="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es-ES" noProof="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s-ES" noProof="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s-ES" noProof="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es-ES" noProof="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es-ES" noProof="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s-ES" noProof="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s-ES" noProof="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es-ES" noProof="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es-ES" noProof="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es-ES" noProof="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es-ES" noProof="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es-ES" noProof="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es-ES" noProof="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es-ES" noProof="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es-ES" noProof="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es-ES" noProof="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es-ES" noProof="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es-ES" noProof="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es-ES" noProof="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es-ES" noProof="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es-ES" noProof="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es-ES" noProof="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es-ES" noProof="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es-ES" noProof="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es-ES" noProof="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es-ES" noProof="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s-ES" noProof="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es-ES" noProof="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es-ES" noProof="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s-ES" noProof="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es-ES" noProof="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es-ES" noProof="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es-ES" noProof="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s-ES" noProof="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s-ES" noProof="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es-ES" noProof="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es-ES" noProof="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es-ES" noProof="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es-ES" noProof="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es-ES" noProof="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es-ES" noProof="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es-ES" noProof="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es-ES" noProof="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es-ES" noProof="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es-ES" noProof="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es-ES" noProof="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es-ES" noProof="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s-ES" noProof="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es-ES" noProof="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es-ES" noProof="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es-ES" noProof="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s-ES" noProof="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es-ES" noProof="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s-ES" noProof="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es-ES" noProof="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es-ES" noProof="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es-ES" noProof="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es-ES" noProof="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es-ES" noProof="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s-ES" noProof="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es-ES" noProof="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es-ES" noProof="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es-ES" noProof="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s-ES" noProof="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es-ES" noProof="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es-ES" noProof="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s-ES" noProof="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es-ES" noProof="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es-ES" noProof="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s-ES" noProof="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es-ES" noProof="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es-ES" noProof="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es-ES" noProof="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es-ES" noProof="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es-ES" noProof="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es-ES" noProof="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es-ES" noProof="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s-ES" noProof="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es-ES" noProof="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s-ES" noProof="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es-ES" noProof="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es-ES" noProof="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es-ES" noProof="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es-ES" noProof="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es-ES" noProof="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es-ES" noProof="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es-ES" noProof="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s-ES" noProof="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es-ES" noProof="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es-ES" noProof="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es-ES" noProof="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es-ES" noProof="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es-ES" noProof="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es-ES" noProof="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es-ES" noProof="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es-ES" noProof="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es-ES" noProof="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es-ES" noProof="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es-ES" noProof="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es-ES" noProof="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es-ES" noProof="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es-ES" noProof="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es-ES" noProof="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es-ES" noProof="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s-ES" noProof="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es-ES" noProof="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es-ES" noProof="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es-ES" noProof="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s-ES" noProof="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es-ES" noProof="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s-ES" noProof="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es-ES" noProof="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s-ES" noProof="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es-ES" noProof="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es-ES" noProof="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es-ES" noProof="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s-ES" noProof="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es-ES" noProof="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es-ES" noProof="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es-ES" noProof="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es-ES" noProof="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es-ES" noProof="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es-ES" noProof="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es-ES" noProof="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es-ES" noProof="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es-ES" noProof="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es-ES" noProof="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es-ES" noProof="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es-ES" noProof="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es-ES" noProof="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es-ES" noProof="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es-ES" noProof="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es-ES" noProof="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es-ES" noProof="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es-ES" noProof="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es-ES" noProof="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es-ES" noProof="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es-ES" noProof="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es-ES" noProof="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es-ES" noProof="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es-ES" noProof="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es-ES" noProof="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es-ES" noProof="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es-ES" noProof="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es-ES" noProof="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es-ES" noProof="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es-ES" noProof="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es-ES" noProof="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es-ES" noProof="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es-ES" noProof="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es-ES" noProof="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es-ES" noProof="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es-ES" noProof="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es-ES" noProof="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es-ES" noProof="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es-ES" noProof="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es-ES" noProof="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es-ES" noProof="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es-ES" noProof="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es-ES" noProof="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s-ES" noProof="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es-ES" noProof="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es-ES" noProof="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es-ES" noProof="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es-ES" noProof="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es-ES" noProof="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es-ES" noProof="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es-ES" noProof="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es-ES" noProof="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es-ES" noProof="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es-ES" noProof="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s-ES" noProof="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es-ES" noProof="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es-ES" noProof="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es-ES" noProof="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es-ES" noProof="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es-ES" noProof="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es-ES" noProof="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es-ES" noProof="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es-ES" noProof="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es-ES" noProof="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es-ES" noProof="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es-ES" noProof="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es-ES" noProof="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es-ES" noProof="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es-ES" noProof="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es-ES" noProof="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es-ES" noProof="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es-ES" noProof="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es-ES" noProof="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es-ES" noProof="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es-ES" noProof="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es-ES" noProof="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es-ES" noProof="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es-ES" noProof="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es-ES" noProof="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es-ES" noProof="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es-ES" noProof="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es-ES" noProof="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es-ES" noProof="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es-ES" noProof="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es-ES" noProof="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es-ES" noProof="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es-ES" noProof="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es-ES" noProof="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es-ES" noProof="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es-ES" noProof="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es-ES" noProof="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es-ES" noProof="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es-ES" noProof="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es-ES" noProof="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es-ES" noProof="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es-ES" noProof="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es-ES" noProof="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es-ES" noProof="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es-ES" noProof="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es-ES" noProof="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es-ES" noProof="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es-ES" noProof="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es-ES" noProof="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es-ES" noProof="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es-ES" noProof="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es-ES" noProof="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es-ES" noProof="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es-ES" noProof="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es-ES" noProof="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es-ES" noProof="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es-ES" noProof="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es-ES" noProof="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es-ES" noProof="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es-ES" noProof="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es-ES" noProof="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s-ES" noProof="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es-ES" noProof="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es-ES" noProof="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es-ES" noProof="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es-ES" noProof="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es-ES" noProof="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es-ES" noProof="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es-ES" noProof="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es-ES" noProof="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es-ES" noProof="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es-ES" noProof="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s-ES" noProof="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es-ES" noProof="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es-ES" noProof="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es-ES" noProof="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s-ES" noProof="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es-ES" noProof="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es-ES" noProof="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es-ES" noProof="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es-ES" noProof="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es-ES" noProof="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es-ES" noProof="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es-ES" noProof="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s-ES" noProof="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es-ES" noProof="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es-ES" noProof="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es-ES" noProof="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es-ES" noProof="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es-ES" noProof="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es-ES" noProof="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es-ES" noProof="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es-ES" noProof="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es-ES" noProof="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es-ES" noProof="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es-ES" noProof="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es-ES" noProof="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s-ES" noProof="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s-ES" noProof="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s-ES" noProof="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es-ES" noProof="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es-ES" noProof="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es-ES" noProof="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es-ES" noProof="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es-ES" noProof="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es-ES" noProof="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es-ES" noProof="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es-ES" noProof="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es-ES" noProof="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es-ES" noProof="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es-ES" noProof="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es-ES" noProof="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es-ES" noProof="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es-ES" noProof="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es-ES" noProof="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es-ES" noProof="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es-ES" noProof="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es-ES" noProof="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s-ES" noProof="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es-ES" noProof="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es-ES" noProof="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es-ES" noProof="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s-ES" noProof="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es-ES" noProof="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es-ES" noProof="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es-ES" noProof="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es-ES" noProof="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s-ES" noProof="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es-ES" noProof="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es-ES" noProof="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es-ES" noProof="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es-ES" noProof="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es-ES" noProof="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es-ES" noProof="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es-ES" noProof="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es-ES" noProof="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es-ES" noProof="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es-ES" noProof="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es-ES" noProof="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es-ES" noProof="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es-ES" noProof="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es-ES" noProof="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es-ES" noProof="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es-ES" noProof="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es-ES" noProof="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es-ES" noProof="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es-ES" noProof="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es-ES" noProof="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es-ES" noProof="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s-ES" noProof="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es-ES" noProof="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es-ES" noProof="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es-ES" noProof="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es-ES" noProof="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es-ES" noProof="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es-ES" noProof="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es-ES" noProof="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es-ES" noProof="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es-ES" noProof="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es-ES" noProof="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s-ES" noProof="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es-ES" noProof="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es-ES" noProof="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es-ES" noProof="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es-ES" noProof="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s-ES" noProof="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es-ES" noProof="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es-ES" noProof="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s-ES" noProof="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es-ES" noProof="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es-ES" noProof="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es-ES" noProof="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es-ES" noProof="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es-ES" noProof="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s-ES" noProof="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es-ES" noProof="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es-ES" noProof="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es-ES" noProof="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es-ES" noProof="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es-ES" noProof="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es-ES" noProof="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es-ES" noProof="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es-ES" noProof="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es-ES" noProof="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es-ES" noProof="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es-ES" noProof="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es-ES" noProof="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es-ES" noProof="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es-ES" noProof="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es-ES" noProof="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es-ES" noProof="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es-ES" noProof="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s-ES" noProof="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s-ES" noProof="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es-ES" noProof="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s-ES" noProof="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es-ES" noProof="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es-ES" noProof="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es-ES" noProof="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es-ES" noProof="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es-ES" noProof="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es-ES" noProof="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es-ES" noProof="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es-ES" noProof="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es-ES" noProof="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s-ES" noProof="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es-ES" noProof="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es-ES" noProof="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es-ES" noProof="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es-ES" noProof="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es-ES" noProof="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es-ES" noProof="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es-ES" noProof="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es-ES" noProof="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es-ES" noProof="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es-ES" noProof="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es-ES" noProof="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es-ES" noProof="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es-ES" noProof="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es-ES" noProof="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s-ES" noProof="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es-ES" noProof="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es-ES" noProof="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s-ES" noProof="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es-ES" noProof="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es-ES" noProof="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es-ES" noProof="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es-ES" noProof="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es-ES" noProof="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es-ES" noProof="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es-ES" noProof="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es-ES" noProof="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es-ES" noProof="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es-ES" noProof="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es-ES" noProof="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es-ES" noProof="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es-ES" noProof="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es-ES" noProof="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es-ES" noProof="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es-ES" noProof="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es-ES" noProof="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es-ES" noProof="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es-ES" noProof="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es-ES" noProof="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es-ES" noProof="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es-ES" noProof="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es-ES" noProof="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es-ES" noProof="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es-ES" noProof="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es-ES" noProof="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es-ES" noProof="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es-ES" noProof="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s-ES" noProof="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es-ES" noProof="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es-ES" noProof="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es-ES" noProof="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es-ES" noProof="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es-ES" noProof="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es-ES" noProof="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es-ES" noProof="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es-ES" noProof="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es-ES" noProof="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es-ES" noProof="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es-ES" noProof="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es-ES" noProof="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s-ES" noProof="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es-ES" noProof="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es-ES" noProof="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es-ES" noProof="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es-ES" noProof="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es-ES" noProof="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es-ES" noProof="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s-ES" noProof="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es-ES" noProof="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es-ES" noProof="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es-ES" noProof="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es-ES" noProof="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es-ES" noProof="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es-ES" noProof="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es-ES" noProof="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es-ES" noProof="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es-ES" noProof="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es-ES" noProof="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s-ES" noProof="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es-ES" noProof="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es-ES" noProof="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es-ES" noProof="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es-ES" noProof="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es-ES" noProof="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es-ES" noProof="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es-ES" noProof="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es-ES" noProof="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es-ES" noProof="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es-ES" noProof="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es-ES" noProof="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es-ES" noProof="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es-ES" noProof="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es-ES" noProof="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es-ES" noProof="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es-ES" noProof="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es-ES" noProof="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es-ES" noProof="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es-ES" noProof="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es-ES" noProof="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es-ES" noProof="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es-ES" noProof="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s-ES" noProof="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s-ES" noProof="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s-ES" noProof="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es-ES" noProof="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s-ES" noProof="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es-ES" noProof="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es-ES" noProof="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es-ES" noProof="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es-ES" noProof="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es-ES" noProof="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es-ES" noProof="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es-ES" noProof="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es-ES" noProof="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es-ES" noProof="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es-ES" noProof="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es-ES" noProof="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es-ES" noProof="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es-ES" noProof="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es-ES" noProof="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es-ES" noProof="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es-ES" noProof="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s-ES" noProof="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es-ES" noProof="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es-ES" noProof="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es-ES" noProof="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es-ES" noProof="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s-ES" noProof="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es-ES" noProof="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es-ES" noProof="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es-ES" noProof="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es-ES" noProof="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es-ES" noProof="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es-ES" noProof="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es-ES" noProof="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es-ES" noProof="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es-ES" noProof="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es-ES" noProof="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es-ES" noProof="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es-ES" noProof="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es-ES" noProof="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es-ES" noProof="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s-ES" noProof="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es-ES" noProof="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es-ES" noProof="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es-ES" noProof="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s-ES" noProof="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es-ES" noProof="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es-ES" noProof="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es-ES" noProof="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es-ES" noProof="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es-ES" noProof="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es-ES" noProof="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es-ES" noProof="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es-ES" noProof="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es-ES" noProof="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es-ES" noProof="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es-ES" noProof="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es-ES" noProof="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es-ES" noProof="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es-ES" noProof="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es-ES" noProof="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es-ES" noProof="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es-ES" noProof="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es-ES" noProof="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es-ES" noProof="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es-ES" noProof="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es-ES" noProof="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es-ES" noProof="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es-ES" noProof="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es-ES" noProof="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es-ES" noProof="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es-ES" noProof="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es-ES" noProof="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es-ES" noProof="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es-ES" noProof="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es-ES" noProof="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es-ES" noProof="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es-ES" noProof="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es-ES" noProof="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es-ES" noProof="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es-ES" noProof="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es-ES" noProof="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es-ES" noProof="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es-ES" noProof="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es-ES" noProof="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es-ES" noProof="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s-ES" noProof="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es-ES" noProof="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es-ES" noProof="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s-ES" noProof="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es-ES" noProof="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es-ES" noProof="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es-ES" noProof="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es-ES" noProof="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es-ES" noProof="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s-ES" noProof="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es-ES" noProof="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es-ES" noProof="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es-ES" noProof="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es-ES" noProof="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es-ES" noProof="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es-ES" noProof="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es-ES" noProof="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es-ES" noProof="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es-ES" noProof="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es-ES" noProof="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es-ES" noProof="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es-ES" noProof="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es-ES" noProof="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es-ES" noProof="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es-ES" noProof="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es-ES" noProof="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es-ES" noProof="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es-ES" noProof="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es-ES" noProof="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es-ES" noProof="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es-ES" noProof="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es-ES" noProof="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es-ES" noProof="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es-ES" noProof="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es-ES" noProof="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es-ES" noProof="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es-ES" noProof="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es-ES" noProof="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es-ES" noProof="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es-ES" noProof="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es-ES" noProof="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s-ES" noProof="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es-ES" noProof="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es-ES" noProof="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es-ES" noProof="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es-ES" noProof="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s-ES" noProof="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es-ES" noProof="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es-ES" noProof="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s-ES" noProof="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es-ES" noProof="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s-ES" noProof="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es-ES" noProof="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es-ES" noProof="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es-ES" noProof="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es-ES" noProof="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es-ES" noProof="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es-ES" noProof="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es-ES" noProof="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es-ES" noProof="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es-ES" noProof="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es-ES" noProof="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es-ES" noProof="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es-ES" noProof="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es-ES" noProof="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es-ES" noProof="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es-ES" noProof="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es-ES" noProof="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s-ES" noProof="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es-ES" noProof="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es-ES" noProof="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es-ES" noProof="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es-ES" noProof="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es-ES" noProof="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es-ES" noProof="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es-ES" noProof="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es-ES" noProof="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es-ES" noProof="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es-ES" noProof="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es-ES" noProof="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es-ES" noProof="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es-ES" noProof="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es-ES" noProof="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es-ES" noProof="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es-ES" noProof="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es-ES" noProof="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es-ES" noProof="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es-ES" noProof="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es-ES" noProof="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es-ES" noProof="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es-ES" noProof="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es-ES" noProof="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es-ES" noProof="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es-ES" noProof="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es-ES" noProof="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es-ES" noProof="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es-ES" noProof="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es-ES" noProof="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es-ES" noProof="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es-ES" noProof="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es-ES" noProof="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es-ES" noProof="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es-ES" noProof="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es-ES" noProof="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es-ES" noProof="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es-ES" noProof="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es-ES" noProof="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es-ES" noProof="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es-ES" noProof="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es-ES" noProof="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es-ES" noProof="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es-ES" noProof="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es-ES" noProof="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es-ES" noProof="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es-ES" noProof="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es-ES" noProof="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es-ES" noProof="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es-ES" noProof="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es-ES" noProof="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es-ES" noProof="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es-ES" noProof="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es-ES" noProof="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es-ES" noProof="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es-ES" noProof="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es-ES" noProof="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es-ES" noProof="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es-ES" noProof="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es-ES" noProof="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es-ES" noProof="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es-ES" noProof="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es-ES" noProof="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es-ES" noProof="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es-ES" noProof="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es-ES" noProof="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es-ES" noProof="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es-ES" noProof="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es-ES" noProof="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es-ES" noProof="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es-ES" noProof="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es-ES" noProof="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es-ES" noProof="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es-ES" noProof="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es-ES" noProof="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es-ES" noProof="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es-ES" noProof="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es-ES" noProof="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es-ES" noProof="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es-ES" noProof="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es-ES" noProof="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es-ES" noProof="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es-ES" noProof="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es-ES" noProof="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es-ES" noProof="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es-ES" noProof="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es-ES" noProof="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es-ES" noProof="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es-ES" noProof="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es-ES" noProof="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s-ES" noProof="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es-ES" noProof="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es-ES" noProof="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es-ES" noProof="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es-ES" noProof="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es-ES" noProof="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es-ES" noProof="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es-ES" noProof="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es-ES" noProof="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es-ES" noProof="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es-ES" noProof="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es-ES" noProof="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es-ES" noProof="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es-ES" noProof="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s-ES" noProof="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es-ES" noProof="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es-ES" noProof="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s-ES" noProof="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es-ES" noProof="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es-ES" noProof="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es-ES" noProof="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es-ES" noProof="0"/>
            </a:p>
          </p:txBody>
        </p:sp>
      </p:grp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vl1pPr>
          </a:lstStyle>
          <a:p>
            <a:pPr rtl="0"/>
            <a:r>
              <a:rPr lang="es-ES" noProof="0"/>
              <a:t>HAGA CLIC PARA EDITAR EL TÍTULO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s-ES" noProof="0"/>
              <a:t>1/7/20XX</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s-ES" noProof="0" smtClean="0"/>
              <a:pPr rtl="0"/>
              <a:t>‹Nº›</a:t>
            </a:fld>
            <a:endParaRPr lang="es-ES" noProof="0"/>
          </a:p>
        </p:txBody>
      </p:sp>
      <p:sp>
        <p:nvSpPr>
          <p:cNvPr id="10" name="Marcador de texto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21" name="Marcador de texto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17" name="Marcador de texto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18" name="Marcador de texto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19" name="Marcador de texto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22" name="Marcador de texto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23" name="Marcador de texto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24" name="Marcador de texto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defRPr>
            </a:lvl1pPr>
          </a:lstStyle>
          <a:p>
            <a:pPr rtl="0"/>
            <a:r>
              <a:rPr lang="es-ES" noProof="0"/>
              <a:t>Título de la presentación de lanzamiento</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Ventajas del producto">
    <p:spTree>
      <p:nvGrpSpPr>
        <p:cNvPr id="1" name=""/>
        <p:cNvGrpSpPr/>
        <p:nvPr/>
      </p:nvGrpSpPr>
      <p:grpSpPr>
        <a:xfrm>
          <a:off x="0" y="0"/>
          <a:ext cx="0" cy="0"/>
          <a:chOff x="0" y="0"/>
          <a:chExt cx="0" cy="0"/>
        </a:xfrm>
      </p:grpSpPr>
      <p:sp>
        <p:nvSpPr>
          <p:cNvPr id="25" name="Rectángulo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cxnSp>
        <p:nvCxnSpPr>
          <p:cNvPr id="27" name="Conector recto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s-ES" noProof="0"/>
              <a:t>HAGA CLIC PARA EDITAR EL TÍTULO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13" name="Marcador de contenido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s-ES" noProof="0"/>
              <a:t>icono</a:t>
            </a:r>
          </a:p>
        </p:txBody>
      </p:sp>
      <p:sp>
        <p:nvSpPr>
          <p:cNvPr id="19" name="Marcador de contenido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s-ES" noProof="0"/>
              <a:t>icono</a:t>
            </a:r>
          </a:p>
        </p:txBody>
      </p:sp>
      <p:sp>
        <p:nvSpPr>
          <p:cNvPr id="22" name="Marcador de contenido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s-ES" noProof="0"/>
              <a:t>icono</a:t>
            </a:r>
          </a:p>
        </p:txBody>
      </p:sp>
      <p:sp>
        <p:nvSpPr>
          <p:cNvPr id="23" name="Marcador de texto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
        <p:nvSpPr>
          <p:cNvPr id="34" name="Marcador de texto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
        <p:nvSpPr>
          <p:cNvPr id="35" name="Marcador de texto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Encabezado de sec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vl1pPr>
          </a:lstStyle>
          <a:p>
            <a:pPr rtl="0"/>
            <a:r>
              <a:rPr lang="es-ES" noProof="0"/>
              <a:t>HAGA CLIC PARA EDITAR EL TÍTULO</a:t>
            </a:r>
          </a:p>
        </p:txBody>
      </p:sp>
      <p:grpSp>
        <p:nvGrpSpPr>
          <p:cNvPr id="7" name="Marcador de posición de imagen 795" descr="ilustración abstracta a color de edificio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es-ES" noProof="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es-ES" noProof="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es-ES" noProof="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es-ES" noProof="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es-ES" noProof="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es-ES" noProof="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es-ES" noProof="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es-ES" noProof="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es-ES" noProof="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es-ES" noProof="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es-ES" noProof="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es-ES" noProof="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es-ES" noProof="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es-ES" noProof="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es-ES" noProof="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es-ES" noProof="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es-ES" noProof="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es-ES" noProof="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es-ES" noProof="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es-ES" noProof="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es-ES" noProof="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es-ES" noProof="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es-ES" noProof="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es-ES" noProof="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es-ES" noProof="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es-ES" noProof="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es-ES" noProof="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es-ES" noProof="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es-ES" noProof="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es-ES" noProof="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es-ES" noProof="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es-ES" noProof="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es-ES" noProof="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es-ES" noProof="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es-ES" noProof="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es-ES" noProof="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es-ES" noProof="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es-ES" noProof="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es-ES" noProof="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es-ES" noProof="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es-ES" noProof="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es-ES" noProof="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es-ES" noProof="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es-ES" noProof="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es-ES" noProof="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es-ES" noProof="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es-ES" noProof="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es-ES" noProof="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es-ES" noProof="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es-ES" noProof="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es-ES" noProof="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es-ES" noProof="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es-ES" noProof="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es-ES" noProof="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es-ES" noProof="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es-ES" noProof="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es-ES" noProof="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es-ES" noProof="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es-ES" noProof="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es-ES" noProof="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es-ES" noProof="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es-ES" noProof="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es-ES" noProof="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es-ES" noProof="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es-ES" noProof="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es-ES" noProof="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es-ES" noProof="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es-ES" noProof="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es-ES" noProof="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es-ES" noProof="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es-ES" noProof="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es-ES" noProof="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es-ES" noProof="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es-ES" noProof="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es-ES" noProof="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es-ES" noProof="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es-ES" noProof="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es-ES" noProof="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es-ES" noProof="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es-ES" noProof="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es-ES" noProof="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es-ES" noProof="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es-ES" noProof="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es-ES" noProof="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es-ES" noProof="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es-ES" noProof="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es-ES" noProof="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es-ES" noProof="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es-ES" noProof="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es-ES" noProof="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es-ES" noProof="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es-ES" noProof="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es-ES" noProof="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es-ES" noProof="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es-ES" noProof="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es-ES" noProof="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es-ES" noProof="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es-ES" noProof="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es-ES" noProof="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es-ES" noProof="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es-ES" noProof="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es-ES" noProof="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es-ES" noProof="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es-ES" noProof="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es-ES" noProof="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es-ES" noProof="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es-ES" noProof="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es-ES" noProof="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es-ES" noProof="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es-ES" noProof="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es-ES" noProof="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es-ES" noProof="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es-ES" noProof="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es-ES" noProof="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es-ES" noProof="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es-ES" noProof="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es-ES" noProof="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es-ES" noProof="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es-ES" noProof="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es-ES" noProof="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es-ES" noProof="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es-ES" noProof="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es-ES" noProof="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es-ES" noProof="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es-ES" noProof="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es-ES" noProof="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es-ES" noProof="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es-ES" noProof="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es-ES" noProof="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es-ES" noProof="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es-ES" noProof="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es-ES" noProof="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es-ES" noProof="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es-ES" noProof="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es-ES" noProof="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es-ES" noProof="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es-ES" noProof="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es-ES" noProof="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s-ES" noProof="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es-ES" noProof="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es-ES" noProof="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es-ES" noProof="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es-ES" noProof="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es-ES" noProof="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es-ES" noProof="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es-ES" noProof="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es-ES" noProof="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es-ES" noProof="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es-ES" noProof="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es-ES" noProof="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es-ES" noProof="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es-ES" noProof="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es-ES" noProof="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es-ES" noProof="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es-ES" noProof="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es-ES" noProof="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es-ES" noProof="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es-ES" noProof="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es-ES" noProof="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es-ES" noProof="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es-ES" noProof="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es-ES" noProof="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es-ES" noProof="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es-ES" noProof="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es-ES" noProof="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es-ES" noProof="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es-ES" noProof="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es-ES" noProof="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es-ES" noProof="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es-ES" noProof="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es-ES" noProof="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es-ES" noProof="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es-ES" noProof="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es-ES" noProof="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es-ES" noProof="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es-ES" noProof="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es-ES" noProof="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es-ES" noProof="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es-ES" noProof="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es-ES" noProof="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es-ES" noProof="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es-ES" noProof="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es-ES" noProof="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es-ES" noProof="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es-ES" noProof="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es-ES" noProof="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es-ES" noProof="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es-ES" noProof="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es-ES" noProof="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es-ES" noProof="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es-ES" noProof="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es-ES" noProof="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es-ES" noProof="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es-ES" noProof="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es-ES" noProof="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es-ES" noProof="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es-ES" noProof="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es-ES" noProof="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es-ES" noProof="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es-ES" noProof="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es-ES" noProof="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es-ES" noProof="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es-ES" noProof="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es-ES" noProof="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es-ES" noProof="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es-ES" noProof="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es-ES" noProof="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es-ES" noProof="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s-ES" noProof="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s-ES" noProof="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es-ES" noProof="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es-ES" noProof="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s-ES" noProof="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es-ES" noProof="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es-ES" noProof="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es-ES" noProof="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es-ES" noProof="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es-ES" noProof="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es-ES" noProof="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es-ES" noProof="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es-ES" noProof="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es-ES" noProof="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es-ES" noProof="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es-ES" noProof="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es-ES" noProof="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es-ES" noProof="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es-ES" noProof="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es-ES" noProof="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es-ES" noProof="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es-ES" noProof="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es-ES" noProof="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es-ES" noProof="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es-ES" noProof="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es-ES" noProof="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es-ES" noProof="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es-ES" noProof="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es-ES" noProof="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es-ES" noProof="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es-ES" noProof="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es-ES" noProof="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es-ES" noProof="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es-ES" noProof="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es-ES" noProof="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es-ES" noProof="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es-ES" noProof="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es-ES" noProof="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es-ES" noProof="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es-ES" noProof="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es-ES" noProof="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es-ES" noProof="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es-ES" noProof="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es-ES" noProof="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es-ES" noProof="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es-ES" noProof="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es-ES" noProof="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es-ES" noProof="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es-ES" noProof="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es-ES" noProof="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es-ES" noProof="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es-ES" noProof="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es-ES" noProof="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es-ES" noProof="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es-ES" noProof="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es-ES" noProof="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es-ES" noProof="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es-ES" noProof="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es-ES" noProof="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es-ES" noProof="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es-ES" noProof="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es-ES" noProof="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es-ES" noProof="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es-ES" noProof="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es-ES" noProof="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s-ES" noProof="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es-ES" noProof="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es-ES" noProof="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es-ES" noProof="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es-ES" noProof="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es-ES" noProof="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es-ES" noProof="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es-ES" noProof="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es-ES" noProof="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es-ES" noProof="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es-ES" noProof="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es-ES" noProof="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es-ES" noProof="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es-ES" noProof="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es-ES" noProof="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es-ES" noProof="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es-ES" noProof="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es-ES" noProof="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es-ES" noProof="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es-ES" noProof="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es-ES" noProof="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es-ES" noProof="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es-ES" noProof="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es-ES" noProof="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s-ES" noProof="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es-ES" noProof="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es-ES" noProof="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es-ES" noProof="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es-ES" noProof="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es-ES" noProof="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es-ES" noProof="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es-ES" noProof="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es-ES" noProof="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es-ES" noProof="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es-ES" noProof="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es-ES" noProof="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es-ES" noProof="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es-ES" noProof="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es-ES" noProof="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es-ES" noProof="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es-ES" noProof="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es-ES" noProof="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s-ES" noProof="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es-ES" noProof="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es-ES" noProof="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es-ES" noProof="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es-ES" noProof="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es-ES" noProof="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es-ES" noProof="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es-ES" noProof="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es-ES" noProof="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es-ES" noProof="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es-ES" noProof="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es-ES" noProof="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es-ES" noProof="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es-ES" noProof="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es-ES" noProof="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es-ES" noProof="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s-ES" noProof="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es-ES" noProof="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es-ES" noProof="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es-ES" noProof="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es-ES" noProof="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es-ES" noProof="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es-ES" noProof="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es-ES" noProof="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es-ES" noProof="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es-ES" noProof="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es-ES" noProof="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es-ES" noProof="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es-ES" noProof="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es-ES" noProof="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es-ES" noProof="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es-ES" noProof="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es-ES" noProof="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es-ES" noProof="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es-ES" noProof="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s-ES" noProof="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es-ES" noProof="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es-ES" noProof="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es-ES" noProof="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es-ES" noProof="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es-ES" noProof="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es-ES" noProof="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es-ES" noProof="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es-ES" noProof="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es-ES" noProof="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es-ES" noProof="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es-ES" noProof="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es-ES" noProof="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es-ES" noProof="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es-ES" noProof="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es-ES" noProof="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es-ES" noProof="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es-ES" noProof="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es-ES" noProof="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es-ES" noProof="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es-ES" noProof="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es-ES" noProof="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es-ES" noProof="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es-ES" noProof="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es-ES" noProof="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es-ES" noProof="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es-ES" noProof="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es-ES" noProof="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es-ES" noProof="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es-ES" noProof="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es-ES" noProof="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es-ES" noProof="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es-ES" noProof="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es-ES" noProof="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es-ES" noProof="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es-ES" noProof="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es-ES" noProof="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es-ES" noProof="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es-ES" noProof="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es-ES" noProof="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es-ES" noProof="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es-ES" noProof="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es-ES" noProof="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es-ES" noProof="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es-ES" noProof="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es-ES" noProof="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es-ES" noProof="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es-ES" noProof="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es-ES" noProof="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es-ES" noProof="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es-ES" noProof="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es-ES" noProof="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es-ES" noProof="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es-ES" noProof="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es-ES" noProof="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es-ES" noProof="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es-ES" noProof="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es-ES" noProof="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es-ES" noProof="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es-ES" noProof="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es-ES" noProof="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es-ES" noProof="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es-ES" noProof="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es-ES" noProof="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es-ES" noProof="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es-ES" noProof="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es-ES" noProof="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es-ES" noProof="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es-ES" noProof="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es-ES" noProof="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es-ES" noProof="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es-ES" noProof="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es-ES" noProof="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es-ES" noProof="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es-ES" noProof="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es-ES" noProof="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es-ES" noProof="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es-ES" noProof="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es-ES" noProof="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es-ES" noProof="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es-ES" noProof="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es-ES" noProof="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es-ES" noProof="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es-ES" noProof="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es-ES" noProof="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es-ES" noProof="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es-ES" noProof="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es-ES" noProof="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es-ES" noProof="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es-ES" noProof="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es-ES" noProof="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es-ES" noProof="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es-ES" noProof="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es-ES" noProof="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es-ES" noProof="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es-ES" noProof="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es-ES" noProof="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es-ES" noProof="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es-ES" noProof="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es-ES" noProof="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es-ES" noProof="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es-ES" noProof="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es-ES" noProof="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es-ES" noProof="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es-ES" noProof="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es-ES" noProof="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es-ES" noProof="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es-ES" noProof="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es-ES" noProof="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es-ES" noProof="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es-ES" noProof="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es-ES" noProof="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es-ES" noProof="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es-ES" noProof="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es-ES" noProof="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es-ES" noProof="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es-ES" noProof="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es-ES" noProof="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es-ES" noProof="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es-ES" noProof="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es-ES" noProof="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es-ES" noProof="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es-ES" noProof="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es-ES" noProof="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es-ES" noProof="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es-ES" noProof="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s-ES" noProof="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es-ES" noProof="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es-ES" noProof="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es-ES" noProof="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es-ES" noProof="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es-ES" noProof="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es-ES" noProof="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es-ES" noProof="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es-ES" noProof="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es-ES" noProof="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es-ES" noProof="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es-ES" noProof="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es-ES" noProof="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es-ES" noProof="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es-ES" noProof="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es-ES" noProof="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es-ES" noProof="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es-ES" noProof="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es-ES" noProof="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es-ES" noProof="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es-ES" noProof="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es-ES" noProof="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es-ES" noProof="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es-ES" noProof="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es-ES" noProof="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es-ES" noProof="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es-ES" noProof="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es-ES" noProof="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es-ES" noProof="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es-ES" noProof="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es-ES" noProof="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es-ES" noProof="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es-ES" noProof="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es-ES" noProof="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es-ES" noProof="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es-ES" noProof="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es-ES" noProof="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es-ES" noProof="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es-ES" noProof="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es-ES" noProof="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es-ES" noProof="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es-ES" noProof="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es-ES" noProof="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es-ES" noProof="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es-ES" noProof="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es-ES" noProof="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es-ES" noProof="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es-ES" noProof="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es-ES" noProof="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es-ES" noProof="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es-ES" noProof="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es-ES" noProof="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es-ES" noProof="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es-ES" noProof="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es-ES" noProof="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es-ES" noProof="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es-ES" noProof="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es-ES" noProof="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es-ES" noProof="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es-ES" noProof="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es-ES" noProof="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es-ES" noProof="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Modelo de negocio">
    <p:spTree>
      <p:nvGrpSpPr>
        <p:cNvPr id="1" name=""/>
        <p:cNvGrpSpPr/>
        <p:nvPr/>
      </p:nvGrpSpPr>
      <p:grpSpPr>
        <a:xfrm>
          <a:off x="0" y="0"/>
          <a:ext cx="0" cy="0"/>
          <a:chOff x="0" y="0"/>
          <a:chExt cx="0" cy="0"/>
        </a:xfrm>
      </p:grpSpPr>
      <p:sp>
        <p:nvSpPr>
          <p:cNvPr id="3" name="Rectángulo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cxnSp>
        <p:nvCxnSpPr>
          <p:cNvPr id="8" name="Conector recto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s-ES" noProof="0"/>
              <a:t>HAGA CLIC PARA EDITAR EL TÍTULO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13" name="Marcador de contenido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s-ES" noProof="0"/>
              <a:t>icono</a:t>
            </a:r>
          </a:p>
        </p:txBody>
      </p:sp>
      <p:sp>
        <p:nvSpPr>
          <p:cNvPr id="17" name="Marcador de texto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
        <p:nvSpPr>
          <p:cNvPr id="19" name="Marcador de contenido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s-ES" noProof="0"/>
              <a:t>icono</a:t>
            </a:r>
          </a:p>
        </p:txBody>
      </p:sp>
      <p:sp>
        <p:nvSpPr>
          <p:cNvPr id="20" name="Marcador de texto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
        <p:nvSpPr>
          <p:cNvPr id="22" name="Marcador de contenido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s-ES" noProof="0"/>
              <a:t>icono</a:t>
            </a:r>
          </a:p>
        </p:txBody>
      </p:sp>
      <p:sp>
        <p:nvSpPr>
          <p:cNvPr id="23" name="Marcador de texto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
        <p:nvSpPr>
          <p:cNvPr id="15" name="Marcador de texto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s-ES" noProof="0"/>
              <a:t>VIÑETA 2</a:t>
            </a:r>
          </a:p>
        </p:txBody>
      </p:sp>
      <p:sp>
        <p:nvSpPr>
          <p:cNvPr id="16" name="Marcador de texto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s-ES" noProof="0"/>
              <a:t>VIÑETA 3</a:t>
            </a:r>
          </a:p>
        </p:txBody>
      </p:sp>
      <p:sp>
        <p:nvSpPr>
          <p:cNvPr id="24" name="Marcador de texto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s-ES" noProof="0"/>
              <a:t>VIÑETA 4</a:t>
            </a:r>
          </a:p>
        </p:txBody>
      </p:sp>
      <p:cxnSp>
        <p:nvCxnSpPr>
          <p:cNvPr id="10" name="Conector recto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cto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cto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Información general del mercado">
    <p:spTree>
      <p:nvGrpSpPr>
        <p:cNvPr id="1" name=""/>
        <p:cNvGrpSpPr/>
        <p:nvPr/>
      </p:nvGrpSpPr>
      <p:grpSpPr>
        <a:xfrm>
          <a:off x="0" y="0"/>
          <a:ext cx="0" cy="0"/>
          <a:chOff x="0" y="0"/>
          <a:chExt cx="0" cy="0"/>
        </a:xfrm>
      </p:grpSpPr>
      <p:sp>
        <p:nvSpPr>
          <p:cNvPr id="10" name="Rectángulo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cxnSp>
        <p:nvCxnSpPr>
          <p:cNvPr id="11" name="Conector recto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ítulo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s-ES" noProof="0"/>
              <a:t>Haga clic para modificar el estilo de título del patrón</a:t>
            </a:r>
          </a:p>
        </p:txBody>
      </p:sp>
      <p:sp>
        <p:nvSpPr>
          <p:cNvPr id="6" name="Marcador de pie de página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s-ES" noProof="0"/>
              <a:t>Título de la presentación de lanzamiento</a:t>
            </a:r>
          </a:p>
        </p:txBody>
      </p:sp>
      <p:sp>
        <p:nvSpPr>
          <p:cNvPr id="7" name="Marcador de número de diapositiva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s-ES" noProof="0" smtClean="0"/>
              <a:pPr rtl="0"/>
              <a:t>‹Nº›</a:t>
            </a:fld>
            <a:endParaRPr lang="es-ES" noProof="0"/>
          </a:p>
        </p:txBody>
      </p:sp>
      <p:sp>
        <p:nvSpPr>
          <p:cNvPr id="16" name="Marcador de texto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s-ES" noProof="0"/>
              <a:t>1</a:t>
            </a:r>
          </a:p>
        </p:txBody>
      </p:sp>
      <p:sp>
        <p:nvSpPr>
          <p:cNvPr id="17" name="Marcador de texto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s-ES" noProof="0"/>
              <a:t>2</a:t>
            </a:r>
          </a:p>
        </p:txBody>
      </p:sp>
      <p:sp>
        <p:nvSpPr>
          <p:cNvPr id="18" name="Marcador de texto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s-ES" noProof="0"/>
              <a:t>3</a:t>
            </a:r>
          </a:p>
        </p:txBody>
      </p:sp>
      <p:sp>
        <p:nvSpPr>
          <p:cNvPr id="20" name="Marcador de texto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s-ES" noProof="0"/>
              <a:t>Descripción de la sección</a:t>
            </a:r>
          </a:p>
        </p:txBody>
      </p:sp>
      <p:sp>
        <p:nvSpPr>
          <p:cNvPr id="21" name="Marcador de texto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s-ES" noProof="0"/>
              <a:t>Descripción de la sección</a:t>
            </a:r>
          </a:p>
        </p:txBody>
      </p:sp>
      <p:sp>
        <p:nvSpPr>
          <p:cNvPr id="9" name="Marcador de texto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
        <p:nvSpPr>
          <p:cNvPr id="24" name="Marcador de fecha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s-ES" noProof="0"/>
              <a:t>1/7/20XX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Comparativa de merca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es-ES" noProof="0"/>
              <a:t>HAGA CLIC PARA EDITAR EL TÍTULO</a:t>
            </a:r>
          </a:p>
        </p:txBody>
      </p:sp>
      <p:sp>
        <p:nvSpPr>
          <p:cNvPr id="6" name="Marcador de pie de página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s-ES" noProof="0"/>
              <a:t>Título de la presentación de lanzamiento</a:t>
            </a:r>
          </a:p>
        </p:txBody>
      </p:sp>
      <p:sp>
        <p:nvSpPr>
          <p:cNvPr id="7" name="Marcador de número de diapositiva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s-ES" noProof="0" smtClean="0"/>
              <a:pPr rtl="0"/>
              <a:t>‹Nº›</a:t>
            </a:fld>
            <a:endParaRPr lang="es-ES" noProof="0"/>
          </a:p>
        </p:txBody>
      </p:sp>
      <p:sp>
        <p:nvSpPr>
          <p:cNvPr id="16" name="Marcador de texto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s-ES" noProof="0"/>
              <a:t>1</a:t>
            </a:r>
          </a:p>
        </p:txBody>
      </p:sp>
      <p:sp>
        <p:nvSpPr>
          <p:cNvPr id="17" name="Marcador de texto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s-ES" noProof="0"/>
              <a:t>2</a:t>
            </a:r>
          </a:p>
        </p:txBody>
      </p:sp>
      <p:sp>
        <p:nvSpPr>
          <p:cNvPr id="18" name="Marcador de texto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s-ES" noProof="0"/>
              <a:t>3</a:t>
            </a:r>
          </a:p>
        </p:txBody>
      </p:sp>
      <p:sp>
        <p:nvSpPr>
          <p:cNvPr id="20" name="Marcador de texto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s-ES" noProof="0"/>
              <a:t>Descripción de la sección</a:t>
            </a:r>
          </a:p>
        </p:txBody>
      </p:sp>
      <p:sp>
        <p:nvSpPr>
          <p:cNvPr id="21" name="Marcador de texto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s-ES" noProof="0"/>
              <a:t>Descripción de la sección</a:t>
            </a:r>
          </a:p>
        </p:txBody>
      </p:sp>
      <p:sp>
        <p:nvSpPr>
          <p:cNvPr id="4" name="Marcador de texto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s-ES" noProof="0"/>
              <a:t>ENCABEZADO DE SECCIÓN</a:t>
            </a:r>
          </a:p>
        </p:txBody>
      </p:sp>
      <p:sp>
        <p:nvSpPr>
          <p:cNvPr id="9" name="Marcador de texto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Descripción de la sección</a:t>
            </a:r>
          </a:p>
        </p:txBody>
      </p:sp>
      <p:sp>
        <p:nvSpPr>
          <p:cNvPr id="22" name="Marcador de texto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s-ES" noProof="0"/>
              <a:t>ENCABEZADO DE SECCIÓN</a:t>
            </a:r>
          </a:p>
        </p:txBody>
      </p:sp>
      <p:sp>
        <p:nvSpPr>
          <p:cNvPr id="23" name="Marcador de texto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s-ES" noProof="0"/>
              <a:t>ENCABEZADO DE SECCIÓN</a:t>
            </a:r>
          </a:p>
        </p:txBody>
      </p:sp>
      <p:sp>
        <p:nvSpPr>
          <p:cNvPr id="19" name="Marcador de fecha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s-ES" noProof="0"/>
              <a:t>1/7/20XX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ativa">
    <p:spTree>
      <p:nvGrpSpPr>
        <p:cNvPr id="1" name=""/>
        <p:cNvGrpSpPr/>
        <p:nvPr/>
      </p:nvGrpSpPr>
      <p:grpSpPr>
        <a:xfrm>
          <a:off x="0" y="0"/>
          <a:ext cx="0" cy="0"/>
          <a:chOff x="0" y="0"/>
          <a:chExt cx="0" cy="0"/>
        </a:xfrm>
      </p:grpSpPr>
      <p:sp>
        <p:nvSpPr>
          <p:cNvPr id="11" name="Rectángulo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cxnSp>
        <p:nvCxnSpPr>
          <p:cNvPr id="13" name="Conector recto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ítulo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rtlCol="0"/>
          <a:lstStyle>
            <a:lvl1pPr>
              <a:defRPr baseline="0"/>
            </a:lvl1pPr>
          </a:lstStyle>
          <a:p>
            <a:pPr rtl="0"/>
            <a:r>
              <a:rPr lang="es-ES" noProof="0"/>
              <a:t>Haga clic para modificar el estilo de título del patrón</a:t>
            </a:r>
          </a:p>
        </p:txBody>
      </p:sp>
      <p:sp>
        <p:nvSpPr>
          <p:cNvPr id="3" name="Marcador de texto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s-ES" noProof="0"/>
              <a:t>HAGA CLIC PARA MODIFICAR LOS ESTILOS DE TEXTO DEL PATRÓN</a:t>
            </a:r>
          </a:p>
        </p:txBody>
      </p:sp>
      <p:sp>
        <p:nvSpPr>
          <p:cNvPr id="4" name="Marcador de contenido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5" name="Marcador de texto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s-ES" noProof="0"/>
              <a:t>HAGA CLIC PARA MODIFICAR LOS ESTILOS DE TEXTO DEL PATRÓN</a:t>
            </a:r>
          </a:p>
        </p:txBody>
      </p:sp>
      <p:sp>
        <p:nvSpPr>
          <p:cNvPr id="6" name="Marcador de contenido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7" name="Marcador de fecha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s-ES" noProof="0"/>
              <a:t>1/7/20XX</a:t>
            </a:r>
          </a:p>
        </p:txBody>
      </p:sp>
      <p:sp>
        <p:nvSpPr>
          <p:cNvPr id="8" name="Marcador de pie de página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s-ES" noProof="0"/>
              <a:t>Título de la presentación de lanzamiento</a:t>
            </a:r>
          </a:p>
        </p:txBody>
      </p:sp>
      <p:sp>
        <p:nvSpPr>
          <p:cNvPr id="9" name="Marcador de número de diapositiva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Cuadrante">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s-ES" noProof="0"/>
              <a:t>Haga clic para modificar el estilo de título del patrón</a:t>
            </a:r>
          </a:p>
        </p:txBody>
      </p:sp>
      <p:sp>
        <p:nvSpPr>
          <p:cNvPr id="6" name="Marcador de pie de página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s-ES" noProof="0"/>
              <a:t>Título de la presentación de lanzamiento</a:t>
            </a:r>
          </a:p>
        </p:txBody>
      </p:sp>
      <p:sp>
        <p:nvSpPr>
          <p:cNvPr id="7" name="Marcador de número de diapositiva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s-ES" noProof="0" smtClean="0"/>
              <a:pPr rtl="0"/>
              <a:t>‹Nº›</a:t>
            </a:fld>
            <a:endParaRPr lang="es-ES" noProof="0"/>
          </a:p>
        </p:txBody>
      </p:sp>
      <p:sp>
        <p:nvSpPr>
          <p:cNvPr id="10" name="Marcador de texto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s-ES" noProof="0"/>
              <a:t>TÍTULO DEL CUADRANTE</a:t>
            </a:r>
          </a:p>
        </p:txBody>
      </p:sp>
      <p:sp>
        <p:nvSpPr>
          <p:cNvPr id="11" name="Marcador de texto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s-ES" noProof="0"/>
              <a:t>TÍTULO DEL CUADRANTE</a:t>
            </a:r>
          </a:p>
        </p:txBody>
      </p:sp>
      <p:sp>
        <p:nvSpPr>
          <p:cNvPr id="12" name="Marcador de texto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es-ES" noProof="0"/>
              <a:t>TÍTULO DEL CUADRANTE</a:t>
            </a:r>
          </a:p>
        </p:txBody>
      </p:sp>
      <p:sp>
        <p:nvSpPr>
          <p:cNvPr id="13" name="Marcador de texto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es-ES" noProof="0"/>
              <a:t>TÍTULO DEL CUADRANTE</a:t>
            </a:r>
          </a:p>
        </p:txBody>
      </p:sp>
      <p:cxnSp>
        <p:nvCxnSpPr>
          <p:cNvPr id="5" name="Conector recto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cto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Marcador de fecha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es-ES" noProof="0"/>
              <a:t>1/7/20XX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Estrategia de crecimiento">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ángulo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8" name="Rectángulo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15" name="Rectángulo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21" name="Marcador de texto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32" name="Marcador de texto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34" name="Marcador de texto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10" name="Marcador de texto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vl1pPr>
          </a:lstStyle>
          <a:p>
            <a:pPr rtl="0"/>
            <a:r>
              <a:rPr lang="es-ES" noProof="0"/>
              <a:t>HAGA CLIC PARA EDITAR EL TÍTULO</a:t>
            </a:r>
          </a:p>
        </p:txBody>
      </p:sp>
      <p:sp>
        <p:nvSpPr>
          <p:cNvPr id="20" name="Marcador de texto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31" name="Marcador de texto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
        <p:nvSpPr>
          <p:cNvPr id="33" name="Marcador de texto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grpSp>
        <p:nvGrpSpPr>
          <p:cNvPr id="956" name="Marcador de posición de imagen 1925" descr="ilustración abstracta a color de edificio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es-ES" noProof="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es-ES" noProof="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es-ES" noProof="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es-ES" noProof="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es-ES" noProof="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es-ES" noProof="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es-ES" noProof="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es-ES" noProof="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es-ES" noProof="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es-ES" noProof="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es-ES" noProof="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es-ES" noProof="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es-ES" noProof="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es-ES" noProof="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es-ES" noProof="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es-ES" noProof="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es-ES" noProof="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es-ES" noProof="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es-ES" noProof="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es-ES" noProof="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es-ES" noProof="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es-ES" noProof="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es-ES" noProof="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es-ES" noProof="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es-ES" noProof="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es-ES" noProof="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es-ES" noProof="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es-ES" noProof="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es-ES" noProof="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es-ES" noProof="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es-ES" noProof="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es-ES" noProof="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es-ES" noProof="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es-ES" noProof="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es-ES" noProof="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es-ES" noProof="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es-ES" noProof="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es-ES" noProof="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es-ES" noProof="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es-ES" noProof="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es-ES" noProof="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es-ES" noProof="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es-ES" noProof="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es-ES" noProof="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es-ES" noProof="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es-ES" noProof="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es-ES" noProof="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es-ES" noProof="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es-ES" noProof="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es-ES" noProof="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es-ES" noProof="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es-ES" noProof="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es-ES" noProof="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es-ES" noProof="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es-ES" noProof="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es-ES" noProof="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es-ES" noProof="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es-ES" noProof="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es-ES" noProof="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es-ES" noProof="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es-ES" noProof="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es-ES" noProof="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es-ES" noProof="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es-ES" noProof="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es-ES" noProof="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es-ES" noProof="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es-ES" noProof="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es-ES" noProof="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es-ES" noProof="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es-ES" noProof="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es-ES" noProof="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es-ES" noProof="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es-ES" noProof="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es-ES" noProof="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es-ES" noProof="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es-ES" noProof="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es-ES" noProof="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es-ES" noProof="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es-ES" noProof="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es-ES" noProof="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es-ES" noProof="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es-ES" noProof="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es-ES" noProof="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es-ES" noProof="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es-ES" noProof="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s-ES" noProof="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es-ES" noProof="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es-ES" noProof="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es-ES" noProof="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es-ES" noProof="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s-ES" noProof="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es-ES" noProof="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es-ES" noProof="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es-ES" noProof="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es-ES" noProof="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es-ES" noProof="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es-ES" noProof="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es-ES" noProof="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es-ES" noProof="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es-ES" noProof="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es-ES" noProof="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es-ES" noProof="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es-ES" noProof="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es-ES" noProof="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es-ES" noProof="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es-ES" noProof="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es-ES" noProof="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es-ES" noProof="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es-ES" noProof="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es-ES" noProof="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es-ES" noProof="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es-ES" noProof="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es-ES" noProof="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es-ES" noProof="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es-ES" noProof="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es-ES" noProof="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es-ES" noProof="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es-ES" noProof="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es-ES" noProof="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es-ES" noProof="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es-ES" noProof="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es-ES" noProof="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es-ES" noProof="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es-ES" noProof="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es-ES" noProof="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es-ES" noProof="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es-ES" noProof="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es-ES" noProof="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es-ES" noProof="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es-ES" noProof="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es-ES" noProof="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es-ES" noProof="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es-ES" noProof="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es-ES" noProof="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es-ES" noProof="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es-ES" noProof="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es-ES" noProof="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es-ES" noProof="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es-ES" noProof="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es-ES" noProof="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es-ES" noProof="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es-ES" noProof="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es-ES" noProof="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es-ES" noProof="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es-ES" noProof="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es-ES" noProof="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es-ES" noProof="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es-ES" noProof="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es-ES" noProof="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es-ES" noProof="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es-ES" noProof="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es-ES" noProof="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es-ES" noProof="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es-ES" noProof="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es-ES" noProof="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es-ES" noProof="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es-ES" noProof="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es-ES" noProof="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es-ES" noProof="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es-ES" noProof="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es-ES" noProof="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es-ES" noProof="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es-ES" noProof="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es-ES" noProof="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es-ES" noProof="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s-ES" noProof="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es-ES" noProof="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es-ES" noProof="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es-ES" noProof="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s-ES" noProof="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es-ES" noProof="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s-ES" noProof="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es-ES" noProof="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es-ES" noProof="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es-ES" noProof="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es-ES" noProof="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es-ES" noProof="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es-ES" noProof="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es-ES" noProof="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es-ES" noProof="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es-ES" noProof="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es-ES" noProof="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es-ES" noProof="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es-ES" noProof="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es-ES" noProof="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es-ES" noProof="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es-ES" noProof="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es-ES" noProof="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es-ES" noProof="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es-ES" noProof="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es-ES" noProof="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es-ES" noProof="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es-ES" noProof="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es-ES" noProof="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es-ES" noProof="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es-ES" noProof="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es-ES" noProof="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s-ES" noProof="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es-ES" noProof="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es-ES" noProof="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es-ES" noProof="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es-ES" noProof="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es-ES" noProof="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es-ES" noProof="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es-ES" noProof="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es-ES" noProof="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es-ES" noProof="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es-ES" noProof="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es-ES" noProof="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es-ES" noProof="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es-ES" noProof="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es-ES" noProof="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es-ES" noProof="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es-ES" noProof="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es-ES" noProof="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es-ES" noProof="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es-ES" noProof="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es-ES" noProof="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es-ES" noProof="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es-ES" noProof="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es-ES" noProof="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es-ES" noProof="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es-ES" noProof="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es-ES" noProof="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es-ES" noProof="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es-ES" noProof="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es-ES" noProof="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es-ES" noProof="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es-ES" noProof="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es-ES" noProof="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es-ES" noProof="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es-ES" noProof="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es-ES" noProof="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es-ES" noProof="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es-ES" noProof="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es-ES" noProof="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es-ES" noProof="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es-ES" noProof="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es-ES" noProof="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es-ES" noProof="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es-ES" noProof="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es-ES" noProof="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es-ES" noProof="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es-ES" noProof="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es-ES" noProof="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es-ES" noProof="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s-ES" noProof="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es-ES" noProof="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es-ES" noProof="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es-ES" noProof="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es-ES" noProof="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es-ES" noProof="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es-ES" noProof="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es-ES" noProof="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es-ES" noProof="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es-ES" noProof="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es-ES" noProof="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es-ES" noProof="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es-ES" noProof="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s-ES" noProof="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es-ES" noProof="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es-ES" noProof="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es-ES" noProof="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es-ES" noProof="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es-ES" noProof="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es-ES" noProof="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s-ES" noProof="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s-ES" noProof="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s-ES" noProof="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es-ES" noProof="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es-ES" noProof="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es-ES" noProof="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es-ES" noProof="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es-ES" noProof="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es-ES" noProof="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es-ES" noProof="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es-ES" noProof="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es-ES" noProof="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es-ES" noProof="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es-ES" noProof="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s-ES" noProof="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es-ES" noProof="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s-ES" noProof="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es-ES" noProof="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es-ES" noProof="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es-ES" noProof="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es-ES" noProof="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es-ES" noProof="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es-ES" noProof="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s-ES" noProof="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es-ES" noProof="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es-ES" noProof="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s-ES" noProof="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s-ES" noProof="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s-ES" noProof="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es-ES" noProof="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s-ES" noProof="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es-ES" noProof="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es-ES" noProof="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es-ES" noProof="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es-ES" noProof="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es-ES" noProof="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es-ES" noProof="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es-ES" noProof="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es-ES" noProof="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es-ES" noProof="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es-ES" noProof="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es-ES" noProof="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es-ES" noProof="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es-ES" noProof="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es-ES" noProof="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es-ES" noProof="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es-ES" noProof="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es-ES" noProof="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es-ES" noProof="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es-ES" noProof="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es-ES" noProof="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es-ES" noProof="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s-ES" noProof="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es-ES" noProof="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es-ES" noProof="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es-ES" noProof="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es-ES" noProof="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es-ES" noProof="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es-ES" noProof="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es-ES" noProof="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es-ES" noProof="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es-ES" noProof="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es-ES" noProof="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es-ES" noProof="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es-ES" noProof="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es-ES" noProof="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es-ES" noProof="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es-ES" noProof="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es-ES" noProof="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es-ES" noProof="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es-ES" noProof="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s-ES" noProof="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es-ES" noProof="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es-ES" noProof="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es-ES" noProof="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es-ES" noProof="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es-ES" noProof="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s-ES" noProof="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es-ES" noProof="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es-ES" noProof="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es-ES" noProof="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es-ES" noProof="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es-ES" noProof="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es-ES" noProof="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es-ES" noProof="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es-ES" noProof="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es-ES" noProof="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es-ES" noProof="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es-ES" noProof="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es-ES" noProof="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es-ES" noProof="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es-ES" noProof="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es-ES" noProof="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es-ES" noProof="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es-ES" noProof="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es-ES" noProof="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es-ES" noProof="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es-ES" noProof="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es-ES" noProof="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es-ES" noProof="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es-ES" noProof="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es-ES" noProof="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es-ES" noProof="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es-ES" noProof="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es-ES" noProof="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es-ES" noProof="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es-ES" noProof="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es-ES" noProof="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es-ES" noProof="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es-ES" noProof="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es-ES" noProof="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es-ES" noProof="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es-ES" noProof="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es-ES" noProof="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es-ES" noProof="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es-ES" noProof="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es-ES" noProof="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es-ES" noProof="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es-ES" noProof="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es-ES" noProof="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es-ES" noProof="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es-ES" noProof="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es-ES" noProof="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es-ES" noProof="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es-ES" noProof="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es-ES" noProof="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es-ES" noProof="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es-ES" noProof="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es-ES" noProof="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es-ES" noProof="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es-ES" noProof="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es-ES" noProof="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es-ES" noProof="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s-ES" noProof="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es-ES" noProof="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es-ES" noProof="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es-ES" noProof="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s-ES" noProof="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es-ES" noProof="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s-ES" noProof="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es-ES" noProof="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es-ES" noProof="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es-ES" noProof="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es-ES" noProof="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es-ES" noProof="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es-ES" noProof="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es-ES" noProof="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es-ES" noProof="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es-ES" noProof="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es-ES" noProof="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es-ES" noProof="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es-ES" noProof="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es-ES" noProof="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es-ES" noProof="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es-ES" noProof="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es-ES" noProof="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es-ES" noProof="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es-ES" noProof="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es-ES" noProof="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es-ES" noProof="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es-ES" noProof="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es-ES" noProof="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es-ES" noProof="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es-ES" noProof="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es-ES" noProof="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es-ES" noProof="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es-ES" noProof="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es-ES" noProof="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es-ES" noProof="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es-ES" noProof="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es-ES" noProof="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es-ES" noProof="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es-ES" noProof="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es-ES" noProof="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es-ES" noProof="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es-ES" noProof="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es-ES" noProof="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s-ES" noProof="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es-ES" noProof="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es-ES" noProof="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es-ES" noProof="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es-ES" noProof="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es-ES" noProof="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es-ES" noProof="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s-ES" noProof="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es-ES" noProof="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es-ES" noProof="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es-ES" noProof="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es-ES" noProof="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es-ES" noProof="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s-ES" noProof="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s-ES" noProof="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s-ES" noProof="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es-ES" noProof="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es-ES" noProof="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es-ES" noProof="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s-ES" noProof="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es-ES" noProof="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es-ES" noProof="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es-ES" noProof="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es-ES" noProof="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es-ES" noProof="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es-ES" noProof="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es-ES" noProof="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es-ES" noProof="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es-ES" noProof="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es-ES" noProof="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es-ES" noProof="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es-ES" noProof="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es-ES" noProof="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es-ES" noProof="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es-ES" noProof="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es-ES" noProof="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es-ES" noProof="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es-ES" noProof="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es-ES" noProof="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es-ES" noProof="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es-ES" noProof="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es-ES" noProof="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es-ES" noProof="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es-ES" noProof="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es-ES" noProof="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es-ES" noProof="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es-ES" noProof="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es-ES" noProof="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es-ES" noProof="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es-ES" noProof="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es-ES" noProof="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es-ES" noProof="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es-ES" noProof="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es-ES" noProof="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es-ES" noProof="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s-ES" noProof="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es-ES" noProof="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es-ES" noProof="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es-ES" noProof="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es-ES" noProof="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es-ES" noProof="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es-ES" noProof="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es-ES" noProof="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es-ES" noProof="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es-ES" noProof="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es-ES" noProof="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es-ES" noProof="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es-ES" noProof="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es-ES" noProof="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es-ES" noProof="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es-ES" noProof="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es-ES" noProof="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es-ES" noProof="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es-ES" noProof="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es-ES" noProof="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es-ES" noProof="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es-ES" noProof="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es-ES" noProof="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es-ES" noProof="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es-ES" noProof="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es-ES" noProof="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es-ES" noProof="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es-ES" noProof="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es-ES" noProof="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es-ES" noProof="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es-ES" noProof="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es-ES" noProof="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es-ES" noProof="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es-ES" noProof="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s-ES" noProof="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es-ES" noProof="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es-ES" noProof="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es-ES" noProof="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es-ES" noProof="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es-ES" noProof="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es-ES" noProof="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es-ES" noProof="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es-ES" noProof="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es-ES" noProof="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es-ES" noProof="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es-ES" noProof="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es-ES" noProof="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es-ES" noProof="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es-ES" noProof="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es-ES" noProof="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es-ES" noProof="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es-ES" noProof="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es-ES" noProof="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es-ES" noProof="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es-ES" noProof="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es-ES" noProof="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es-ES" noProof="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es-ES" noProof="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es-ES" noProof="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es-ES" noProof="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es-ES" noProof="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es-ES" noProof="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es-ES" noProof="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es-ES" noProof="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es-ES" noProof="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es-ES" noProof="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es-ES" noProof="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es-ES" noProof="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es-ES" noProof="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es-ES" noProof="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es-ES" noProof="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es-ES" noProof="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es-ES" noProof="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es-ES" noProof="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es-ES" noProof="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es-ES" noProof="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es-ES" noProof="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es-ES" noProof="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es-ES" noProof="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es-ES" noProof="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es-ES" noProof="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es-ES" noProof="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es-ES" noProof="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es-ES" noProof="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es-ES" noProof="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es-ES" noProof="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es-ES" noProof="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es-ES" noProof="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es-ES" noProof="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es-ES" noProof="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es-ES" noProof="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es-ES" noProof="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es-ES" noProof="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es-ES" noProof="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es-ES" noProof="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es-ES" noProof="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es-ES" noProof="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es-ES" noProof="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es-ES" noProof="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es-ES" noProof="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es-ES" noProof="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es-ES" noProof="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es-ES" noProof="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es-ES" noProof="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es-ES" noProof="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es-ES" noProof="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es-ES" noProof="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es-ES" noProof="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es-ES" noProof="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es-ES" noProof="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es-ES" noProof="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es-ES" noProof="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es-ES" noProof="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es-ES" noProof="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es-ES" noProof="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es-ES" noProof="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es-ES" noProof="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es-ES" noProof="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es-ES" noProof="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es-ES" noProof="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es-ES" noProof="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es-ES" noProof="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es-ES" noProof="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es-ES" noProof="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es-ES" noProof="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es-ES" noProof="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es-ES" noProof="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es-ES" noProof="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es-ES" noProof="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es-ES" noProof="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es-ES" noProof="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es-ES" noProof="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es-ES" noProof="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es-ES" noProof="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es-ES" noProof="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es-ES" noProof="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es-ES" noProof="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es-ES" noProof="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es-ES" noProof="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es-ES" noProof="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s-ES" noProof="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es-ES" noProof="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es-ES" noProof="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es-ES" noProof="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es-ES" noProof="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es-ES" noProof="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es-ES" noProof="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es-ES" noProof="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es-ES" noProof="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es-ES" noProof="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es-ES" noProof="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es-ES" noProof="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es-ES" noProof="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es-ES" noProof="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es-ES" noProof="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es-ES" noProof="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es-ES" noProof="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es-ES" noProof="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es-ES" noProof="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es-ES" noProof="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es-ES" noProof="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es-ES" noProof="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es-ES" noProof="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es-ES" noProof="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es-ES" noProof="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es-ES" noProof="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es-ES" noProof="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es-ES" noProof="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es-ES" noProof="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es-ES" noProof="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es-ES" noProof="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es-ES" noProof="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es-ES" noProof="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es-ES" noProof="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es-ES" noProof="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es-ES" noProof="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es-ES" noProof="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es-ES" noProof="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es-ES" noProof="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es-ES" noProof="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es-ES" noProof="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es-ES" noProof="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es-ES" noProof="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es-ES" noProof="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es-ES" noProof="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es-ES" noProof="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es-ES" noProof="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es-ES" noProof="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es-ES" noProof="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es-ES" noProof="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es-ES" noProof="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es-ES" noProof="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es-ES" noProof="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es-ES" noProof="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es-ES" noProof="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es-ES" noProof="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es-ES" noProof="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es-ES" noProof="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es-ES" noProof="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es-ES" noProof="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es-ES" noProof="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es-ES" noProof="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es-ES" noProof="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es-ES" noProof="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es-ES" noProof="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es-ES" noProof="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es-ES" noProof="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es-ES" noProof="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es-ES" noProof="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es-ES" noProof="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es-ES" noProof="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s-ES" noProof="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s-ES" noProof="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es-ES" noProof="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es-ES" noProof="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es-ES" noProof="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es-ES" noProof="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es-ES" noProof="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es-ES" noProof="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es-ES" noProof="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es-ES" noProof="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es-ES" noProof="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es-ES" noProof="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es-ES" noProof="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s-ES" noProof="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es-ES" noProof="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es-ES" noProof="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es-ES" noProof="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es-ES" noProof="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es-ES" noProof="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es-ES" noProof="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es-ES" noProof="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es-ES" noProof="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es-ES" noProof="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es-ES" noProof="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es-ES" noProof="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es-ES" noProof="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es-ES" noProof="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es-ES" noProof="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es-ES" noProof="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es-ES" noProof="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s-ES" noProof="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es-ES" noProof="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es-ES" noProof="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es-ES" noProof="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s-ES" noProof="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es-ES" noProof="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es-ES" noProof="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es-ES" noProof="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s-ES" noProof="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es-ES" noProof="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es-ES" noProof="0"/>
            </a:p>
          </p:txBody>
        </p:sp>
      </p:grpSp>
      <p:sp>
        <p:nvSpPr>
          <p:cNvPr id="959" name="Marcador de pie de página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defRPr>
            </a:lvl1pPr>
          </a:lstStyle>
          <a:p>
            <a:pPr rtl="0"/>
            <a:r>
              <a:rPr lang="es-ES" noProof="0"/>
              <a:t>Título de la presentación de lanzamiento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s-ES" noProof="0"/>
              <a:t>1/7/20XX</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s-ES" noProof="0" smtClean="0"/>
              <a:pPr rtl="0"/>
              <a:t>‹Nº›</a:t>
            </a:fld>
            <a:endParaRPr lang="es-ES"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ativ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rtlCol="0"/>
          <a:lstStyle>
            <a:lvl1pPr algn="ctr">
              <a:defRPr baseline="0"/>
            </a:lvl1pPr>
          </a:lstStyle>
          <a:p>
            <a:pPr rtl="0"/>
            <a:r>
              <a:rPr lang="es-ES" noProof="0"/>
              <a:t>Haga clic para modificar el estilo de título del patrón</a:t>
            </a:r>
          </a:p>
        </p:txBody>
      </p:sp>
      <p:sp>
        <p:nvSpPr>
          <p:cNvPr id="3" name="Marcador de texto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s-ES" noProof="0"/>
              <a:t>HAGA CLIC PARA MODIFICAR LOS ESTILOS DE TEXTO DEL PATRÓN</a:t>
            </a:r>
          </a:p>
        </p:txBody>
      </p:sp>
      <p:sp>
        <p:nvSpPr>
          <p:cNvPr id="4" name="Marcador de contenido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rtlCol="0"/>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5" name="Marcador de texto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s-ES" noProof="0"/>
              <a:t>HAGA CLIC PARA MODIFICAR LOS ESTILOS DE TEXTO DEL PATRÓN</a:t>
            </a:r>
          </a:p>
        </p:txBody>
      </p:sp>
      <p:sp>
        <p:nvSpPr>
          <p:cNvPr id="6" name="Marcador de contenido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rtlCol="0"/>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7" name="Marcador de fecha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s-ES" noProof="0"/>
              <a:t>1/7/20XX</a:t>
            </a:r>
          </a:p>
        </p:txBody>
      </p:sp>
      <p:sp>
        <p:nvSpPr>
          <p:cNvPr id="8" name="Marcador de pie de página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s-ES" noProof="0"/>
              <a:t>Título de la presentación de lanzamiento</a:t>
            </a:r>
          </a:p>
        </p:txBody>
      </p:sp>
      <p:sp>
        <p:nvSpPr>
          <p:cNvPr id="9" name="Marcador de número de diapositiva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10" name="Marcador de texto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s-ES" noProof="0"/>
              <a:t>Haga clic para escribir texto</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Escala de tiemp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FC626A5-4FF6-42BD-858A-AE4B2C23A6BC}"/>
              </a:ext>
            </a:extLst>
          </p:cNvPr>
          <p:cNvSpPr>
            <a:spLocks noGrp="1"/>
          </p:cNvSpPr>
          <p:nvPr>
            <p:ph type="title"/>
          </p:nvPr>
        </p:nvSpPr>
        <p:spPr/>
        <p:txBody>
          <a:bodyPr rtlCol="0">
            <a:normAutofit/>
          </a:bodyPr>
          <a:lstStyle>
            <a:lvl1pPr>
              <a:defRPr sz="3800" cap="all" baseline="0">
                <a:solidFill>
                  <a:schemeClr val="tx1"/>
                </a:solidFill>
              </a:defRPr>
            </a:lvl1pPr>
          </a:lstStyle>
          <a:p>
            <a:pPr rtl="0"/>
            <a:r>
              <a:rPr lang="es-ES" noProof="0"/>
              <a:t>Haga clic para modificar el estilo de título del patrón</a:t>
            </a:r>
          </a:p>
        </p:txBody>
      </p:sp>
      <p:sp>
        <p:nvSpPr>
          <p:cNvPr id="6" name="Marcador de pie de página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s-ES" noProof="0"/>
              <a:t>Título de la presentación de lanzamiento</a:t>
            </a:r>
          </a:p>
        </p:txBody>
      </p:sp>
      <p:sp>
        <p:nvSpPr>
          <p:cNvPr id="7" name="Marcador de número de diapositiva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s-ES" noProof="0" smtClean="0"/>
              <a:pPr rtl="0"/>
              <a:t>‹Nº›</a:t>
            </a:fld>
            <a:endParaRPr lang="es-ES" noProof="0"/>
          </a:p>
        </p:txBody>
      </p:sp>
      <p:sp>
        <p:nvSpPr>
          <p:cNvPr id="39" name="Marcador de texto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es-ES" noProof="0"/>
              <a:t>Año</a:t>
            </a:r>
          </a:p>
        </p:txBody>
      </p:sp>
      <p:sp>
        <p:nvSpPr>
          <p:cNvPr id="40" name="Marcador de texto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1" name="Marcador de texto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2" name="Marcador de texto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3" name="Marcador de texto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4" name="Marcador de texto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es-ES" noProof="0"/>
              <a:t>Año</a:t>
            </a:r>
          </a:p>
        </p:txBody>
      </p:sp>
      <p:sp>
        <p:nvSpPr>
          <p:cNvPr id="45" name="Marcador de texto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6" name="Marcador de texto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7" name="Marcador de texto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8" name="Marcador de texto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49" name="Marcador de texto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0" name="Marcador de texto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1" name="Marcador de texto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2" name="Marcador de texto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3" name="Marcador de texto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4" name="Marcador de texto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5" name="Marcador de texto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6" name="Marcador de texto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7" name="Marcador de texto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8" name="Marcador de texto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59" name="Marcador de texto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60" name="Marcador de texto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61" name="Marcador de texto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62" name="Marcador de texto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63" name="Marcador de texto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sp>
        <p:nvSpPr>
          <p:cNvPr id="64" name="Marcador de texto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es-ES" noProof="0"/>
              <a:t>MM</a:t>
            </a:r>
          </a:p>
        </p:txBody>
      </p:sp>
      <p:cxnSp>
        <p:nvCxnSpPr>
          <p:cNvPr id="65" name="Conector recto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Marcador de texto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es-ES" noProof="0"/>
              <a:t>Título del elemento</a:t>
            </a:r>
          </a:p>
        </p:txBody>
      </p:sp>
      <p:sp>
        <p:nvSpPr>
          <p:cNvPr id="67" name="Marcador de texto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es-ES" noProof="0"/>
              <a:t>Mes, año</a:t>
            </a:r>
          </a:p>
        </p:txBody>
      </p:sp>
      <p:sp>
        <p:nvSpPr>
          <p:cNvPr id="68" name="Marcador de fecha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es-ES" noProof="0"/>
              <a:t>1/7/20XX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za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s-ES" noProof="0"/>
              <a:t>Haga clic para modificar el estilo de título del patrón</a:t>
            </a:r>
          </a:p>
        </p:txBody>
      </p:sp>
      <p:sp>
        <p:nvSpPr>
          <p:cNvPr id="3" name="Marcador de contenido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rtlCol="0"/>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Equipo 4up">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s-ES" noProof="0"/>
              <a:t>Haga clic para modificar el estilo de título del patrón</a:t>
            </a:r>
          </a:p>
        </p:txBody>
      </p:sp>
      <p:sp>
        <p:nvSpPr>
          <p:cNvPr id="3" name="Marcador de fecha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s-ES" noProof="0"/>
              <a:t>1/7/20XX</a:t>
            </a:r>
          </a:p>
        </p:txBody>
      </p:sp>
      <p:sp>
        <p:nvSpPr>
          <p:cNvPr id="4" name="Marcador de pie de página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s-ES" noProof="0"/>
              <a:t>Título de la presentación de lanzamiento</a:t>
            </a:r>
          </a:p>
        </p:txBody>
      </p:sp>
      <p:sp>
        <p:nvSpPr>
          <p:cNvPr id="5" name="Marcador de número de diapositiva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6" name="Rectángulo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8" name="Marcador de texto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9" name="Marcador de texto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11" name="Marcador de posición de imagen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12" name="Rectángulo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13" name="Marcador de texto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14" name="Marcador de texto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15" name="Marcador de posición de imagen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16" name="Rectángulo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17" name="Marcador de texto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18" name="Marcador de texto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19" name="Marcador de posición de imagen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20" name="Rectángulo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21" name="Marcador de texto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22" name="Marcador de texto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23" name="Marcador de posición de imagen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vl1pPr>
          </a:lstStyle>
          <a:p>
            <a:pPr rtl="0"/>
            <a:r>
              <a:rPr lang="es-ES" noProof="0"/>
              <a:t>Haga clic en el icono para agregar una imagen</a:t>
            </a:r>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Equipo 8up">
    <p:spTree>
      <p:nvGrpSpPr>
        <p:cNvPr id="1" name=""/>
        <p:cNvGrpSpPr/>
        <p:nvPr/>
      </p:nvGrpSpPr>
      <p:grpSpPr>
        <a:xfrm>
          <a:off x="0" y="0"/>
          <a:ext cx="0" cy="0"/>
          <a:chOff x="0" y="0"/>
          <a:chExt cx="0" cy="0"/>
        </a:xfrm>
      </p:grpSpPr>
      <p:sp>
        <p:nvSpPr>
          <p:cNvPr id="40" name="Rectángulo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41" name="Marcador de posición de imagen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42" name="Rectángulo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43" name="Marcador de posición de imagen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44" name="Rectángulo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45" name="Marcador de posición de imagen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46" name="Rectángulo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47" name="Marcador de posición de imagen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2" name="Título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s-ES" noProof="0"/>
              <a:t>Haga clic para modificar el estilo de título del patrón</a:t>
            </a:r>
          </a:p>
        </p:txBody>
      </p:sp>
      <p:sp>
        <p:nvSpPr>
          <p:cNvPr id="3" name="Marcador de fecha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s-ES" noProof="0"/>
              <a:t>1/7/20XX</a:t>
            </a:r>
          </a:p>
        </p:txBody>
      </p:sp>
      <p:sp>
        <p:nvSpPr>
          <p:cNvPr id="4" name="Marcador de pie de página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s-ES" noProof="0"/>
              <a:t>Título de la presentación de lanzamiento</a:t>
            </a:r>
          </a:p>
        </p:txBody>
      </p:sp>
      <p:sp>
        <p:nvSpPr>
          <p:cNvPr id="5" name="Marcador de número de diapositiva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8" name="Marcador de texto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9" name="Marcador de texto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13" name="Marcador de texto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14" name="Marcador de texto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17" name="Marcador de texto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18" name="Marcador de texto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21" name="Marcador de texto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22" name="Marcador de texto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25" name="Marcador de texto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26" name="Marcador de texto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29" name="Marcador de texto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30" name="Marcador de texto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33" name="Marcador de texto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34" name="Marcador de texto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37" name="Marcador de texto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Nombre</a:t>
            </a:r>
          </a:p>
        </p:txBody>
      </p:sp>
      <p:sp>
        <p:nvSpPr>
          <p:cNvPr id="38" name="Marcador de texto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s-ES" noProof="0"/>
              <a:t>Título</a:t>
            </a:r>
          </a:p>
        </p:txBody>
      </p:sp>
      <p:sp>
        <p:nvSpPr>
          <p:cNvPr id="54" name="Rectángulo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55" name="Marcador de posición de imagen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56" name="Rectángulo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57" name="Marcador de posición de imagen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58" name="Rectángulo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59" name="Marcador de posición de imagen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
        <p:nvSpPr>
          <p:cNvPr id="60" name="Rectángulo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61" name="Marcador de posición de imagen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vl1pPr>
          </a:lstStyle>
          <a:p>
            <a:pPr rtl="0"/>
            <a:r>
              <a:rPr lang="es-ES" noProof="0"/>
              <a:t>Haga clic en el icono para agregar una imagen</a:t>
            </a:r>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inancia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s-ES" noProof="0"/>
              <a:t>Haga clic para modificar el estilo de título del patrón</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7" name="Marcador de contenido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8" name="Marcador de contenido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9" name="Marcador de contenido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10" name="Marcador de contenido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11" name="Marcador de texto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s-ES" noProof="0"/>
              <a:t>HAGA CLIC PARA EDITAR SUBTÍTULO</a:t>
            </a:r>
          </a:p>
        </p:txBody>
      </p:sp>
      <p:sp>
        <p:nvSpPr>
          <p:cNvPr id="12" name="Marcador de texto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13" name="Marcador de texto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s-ES" noProof="0"/>
              <a:t>HAGA CLIC PARA EDITAR SUBTÍTULO</a:t>
            </a:r>
          </a:p>
        </p:txBody>
      </p:sp>
      <p:sp>
        <p:nvSpPr>
          <p:cNvPr id="14" name="Marcador de texto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15" name="Marcador de texto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s-ES" noProof="0"/>
              <a:t>HAGA CLIC PARA EDITAR SUBTÍTULO</a:t>
            </a:r>
          </a:p>
        </p:txBody>
      </p:sp>
      <p:sp>
        <p:nvSpPr>
          <p:cNvPr id="16" name="Marcador de texto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17" name="Marcador de texto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s-ES" noProof="0"/>
              <a:t>HAGA CLIC PARA EDITAR SUBTÍTULO</a:t>
            </a:r>
          </a:p>
        </p:txBody>
      </p:sp>
      <p:sp>
        <p:nvSpPr>
          <p:cNvPr id="18" name="Marcador de texto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19" name="Marcador de texto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20" name="Marcador de texto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21" name="Marcador de texto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
        <p:nvSpPr>
          <p:cNvPr id="22" name="Marcador de texto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s-ES" noProof="0"/>
              <a:t>Haga clic para editar el texto</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Resumen2">
    <p:spTree>
      <p:nvGrpSpPr>
        <p:cNvPr id="1" name=""/>
        <p:cNvGrpSpPr/>
        <p:nvPr/>
      </p:nvGrpSpPr>
      <p:grpSpPr>
        <a:xfrm>
          <a:off x="0" y="0"/>
          <a:ext cx="0" cy="0"/>
          <a:chOff x="0" y="0"/>
          <a:chExt cx="0" cy="0"/>
        </a:xfrm>
      </p:grpSpPr>
      <p:grpSp>
        <p:nvGrpSpPr>
          <p:cNvPr id="8" name="Marcador de posición de imagen 20" descr="ilustración abstracta a color de edificio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es-ES" noProof="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es-ES" noProof="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es-ES" noProof="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es-ES" noProof="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es-ES" noProof="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es-ES" noProof="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es-ES" noProof="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es-ES" noProof="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es-ES" noProof="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es-ES" noProof="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es-ES" noProof="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es-ES" noProof="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es-ES" noProof="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es-ES" noProof="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es-ES" noProof="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es-ES" noProof="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es-ES" noProof="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es-ES" noProof="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es-ES" noProof="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es-ES" noProof="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es-ES" noProof="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es-ES" noProof="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es-ES" noProof="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es-ES" noProof="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es-ES" noProof="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es-ES" noProof="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es-ES" noProof="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es-ES" noProof="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es-ES" noProof="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es-ES" noProof="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es-ES" noProof="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es-ES" noProof="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es-ES" noProof="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es-ES" noProof="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es-ES" noProof="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es-ES" noProof="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es-ES" noProof="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es-ES" noProof="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es-ES" noProof="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es-ES" noProof="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es-ES" noProof="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es-ES" noProof="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es-ES" noProof="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es-ES" noProof="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es-ES" noProof="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es-ES" noProof="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es-ES" noProof="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es-ES" noProof="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es-ES" noProof="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es-ES" noProof="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es-ES" noProof="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es-ES" noProof="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es-ES" noProof="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es-ES" noProof="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es-ES" noProof="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es-ES" noProof="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es-ES" noProof="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es-ES" noProof="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es-ES" noProof="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es-ES" noProof="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es-ES" noProof="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es-ES" noProof="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es-ES" noProof="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es-ES" noProof="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es-ES" noProof="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es-ES" noProof="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es-ES" noProof="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es-ES" noProof="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es-ES" noProof="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es-ES" noProof="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es-ES" noProof="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es-ES" noProof="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es-ES" noProof="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es-ES" noProof="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es-ES" noProof="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es-ES" noProof="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es-ES" noProof="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es-ES" noProof="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es-ES" noProof="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es-ES" noProof="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es-ES" noProof="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es-ES" noProof="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es-ES" noProof="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es-ES" noProof="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es-ES" noProof="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es-ES" noProof="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es-ES" noProof="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es-ES" noProof="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es-ES" noProof="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es-ES" noProof="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es-ES" noProof="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es-ES" noProof="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es-ES" noProof="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es-ES" noProof="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es-ES" noProof="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es-ES" noProof="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es-ES" noProof="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es-ES" noProof="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es-ES" noProof="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es-ES" noProof="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es-ES" noProof="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es-ES" noProof="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es-ES" noProof="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es-ES" noProof="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es-ES" noProof="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es-ES" noProof="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es-ES" noProof="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es-ES" noProof="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es-ES" noProof="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es-ES" noProof="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es-ES" noProof="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es-ES" noProof="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es-ES" noProof="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es-ES" noProof="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es-ES" noProof="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es-ES" noProof="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es-ES" noProof="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es-ES" noProof="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es-ES" noProof="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es-ES" noProof="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es-ES" noProof="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es-ES" noProof="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es-ES" noProof="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es-ES" noProof="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es-ES" noProof="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es-ES" noProof="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es-ES" noProof="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es-ES" noProof="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es-ES" noProof="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es-ES" noProof="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es-ES" noProof="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es-ES" noProof="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es-ES" noProof="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es-ES" noProof="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es-ES" noProof="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es-ES" noProof="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es-ES" noProof="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es-ES" noProof="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es-ES" noProof="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es-ES" noProof="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es-ES" noProof="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es-ES" noProof="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es-ES" noProof="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es-ES" noProof="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es-ES" noProof="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es-ES" noProof="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es-ES" noProof="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es-ES" noProof="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es-ES" noProof="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es-ES" noProof="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es-ES" noProof="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es-ES" noProof="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es-ES" noProof="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es-ES" noProof="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es-ES" noProof="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es-ES" noProof="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es-ES" noProof="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es-ES" noProof="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es-ES" noProof="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es-ES" noProof="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es-ES" noProof="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es-ES" noProof="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es-ES" noProof="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es-ES" noProof="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es-ES" noProof="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es-ES" noProof="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es-ES" noProof="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es-ES" noProof="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es-ES" noProof="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es-ES" noProof="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es-ES" noProof="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es-ES" noProof="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es-ES" noProof="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es-ES" noProof="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es-ES" noProof="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es-ES" noProof="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es-ES" noProof="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es-ES" noProof="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es-ES" noProof="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es-ES" noProof="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es-ES" noProof="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es-ES" noProof="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es-ES" noProof="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es-ES" noProof="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es-ES" noProof="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es-ES" noProof="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es-ES" noProof="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es-ES" noProof="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es-ES" noProof="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es-ES" noProof="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es-ES" noProof="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es-ES" noProof="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es-ES" noProof="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es-ES" noProof="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es-ES" noProof="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es-ES" noProof="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es-ES" noProof="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es-ES" noProof="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es-ES" noProof="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es-ES" noProof="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es-ES" noProof="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es-ES" noProof="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es-ES" noProof="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es-ES" noProof="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es-ES" noProof="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es-ES" noProof="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es-ES" noProof="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es-ES" noProof="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es-ES" noProof="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es-ES" noProof="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es-ES" noProof="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es-ES" noProof="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es-ES" noProof="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es-ES" noProof="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es-ES" noProof="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es-ES" noProof="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es-ES" noProof="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es-ES" noProof="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es-ES" noProof="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es-ES" noProof="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es-ES" noProof="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es-ES" noProof="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es-ES" noProof="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es-ES" noProof="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es-ES" noProof="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es-ES" noProof="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es-ES" noProof="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es-ES" noProof="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es-ES" noProof="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es-ES" noProof="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es-ES" noProof="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es-ES" noProof="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es-ES" noProof="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es-ES" noProof="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es-ES" noProof="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es-ES" noProof="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es-ES" noProof="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es-ES" noProof="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es-ES" noProof="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es-ES" noProof="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es-ES" noProof="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es-ES" noProof="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es-ES" noProof="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es-ES" noProof="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es-ES" noProof="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es-ES" noProof="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es-ES" noProof="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es-ES" noProof="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es-ES" noProof="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es-ES" noProof="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es-ES" noProof="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es-ES" noProof="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es-ES" noProof="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es-ES" noProof="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es-ES" noProof="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es-ES" noProof="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es-ES" noProof="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es-ES" noProof="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es-ES" noProof="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es-ES" noProof="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es-ES" noProof="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es-ES" noProof="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es-ES" noProof="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es-ES" noProof="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es-ES" noProof="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es-ES" noProof="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es-ES" noProof="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es-ES" noProof="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es-ES" noProof="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s-ES" noProof="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es-ES" noProof="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es-ES" noProof="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es-ES" noProof="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es-ES" noProof="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es-ES" noProof="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es-ES" noProof="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es-ES" noProof="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es-ES" noProof="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es-ES" noProof="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es-ES" noProof="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es-ES" noProof="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es-ES" noProof="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es-ES" noProof="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es-ES" noProof="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es-ES" noProof="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es-ES" noProof="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es-ES" noProof="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es-ES" noProof="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es-ES" noProof="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es-ES" noProof="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s-ES" noProof="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es-ES" noProof="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es-ES" noProof="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es-ES" noProof="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es-ES" noProof="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es-ES" noProof="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es-ES" noProof="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es-ES" noProof="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es-ES" noProof="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es-ES" noProof="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es-ES" noProof="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es-ES" noProof="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es-ES" noProof="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es-ES" noProof="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es-ES" noProof="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es-ES" noProof="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es-ES" noProof="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es-ES" noProof="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es-ES" noProof="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es-ES" noProof="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es-ES" noProof="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es-ES" noProof="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es-ES" noProof="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es-ES" noProof="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es-ES" noProof="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es-ES" noProof="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es-ES" noProof="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es-ES" noProof="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es-ES" noProof="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es-ES" noProof="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es-ES" noProof="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es-ES" noProof="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es-ES" noProof="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es-ES" noProof="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es-ES" noProof="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es-ES" noProof="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es-ES" noProof="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es-ES" noProof="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es-ES" noProof="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es-ES" noProof="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es-ES" noProof="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es-ES" noProof="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es-ES" noProof="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es-ES" noProof="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es-ES" noProof="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es-ES" noProof="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es-ES" noProof="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es-ES" noProof="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es-ES" noProof="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es-ES" noProof="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es-ES" noProof="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es-ES" noProof="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es-ES" noProof="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es-ES" noProof="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es-ES" noProof="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es-ES" noProof="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es-ES" noProof="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es-ES" noProof="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es-ES" noProof="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es-ES" noProof="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es-ES" noProof="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es-ES" noProof="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es-ES" noProof="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es-ES" noProof="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es-ES" noProof="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es-ES" noProof="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es-ES" noProof="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es-ES" noProof="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es-ES" noProof="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es-ES" noProof="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es-ES" noProof="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es-ES" noProof="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es-ES" noProof="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es-ES" noProof="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es-ES" noProof="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s-ES" noProof="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es-ES" noProof="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es-ES" noProof="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es-ES" noProof="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es-ES" noProof="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es-ES" noProof="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es-ES" noProof="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es-ES" noProof="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es-ES" noProof="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es-ES" noProof="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es-ES" noProof="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es-ES" noProof="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es-ES" noProof="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es-ES" noProof="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es-ES" noProof="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es-ES" noProof="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es-ES" noProof="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es-ES" noProof="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es-ES" noProof="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es-ES" noProof="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es-ES" noProof="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es-ES" noProof="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es-ES" noProof="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es-ES" noProof="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es-ES" noProof="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es-ES" noProof="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es-ES" noProof="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es-ES" noProof="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es-ES" noProof="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es-ES" noProof="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es-ES" noProof="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es-ES" noProof="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es-ES" noProof="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es-ES" noProof="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es-ES" noProof="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es-ES" noProof="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es-ES" noProof="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es-ES" noProof="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es-ES" noProof="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es-ES" noProof="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es-ES" noProof="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es-ES" noProof="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es-ES" noProof="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es-ES" noProof="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es-ES" noProof="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es-ES" noProof="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es-ES" noProof="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es-ES" noProof="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es-ES" noProof="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es-ES" noProof="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es-ES" noProof="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es-ES" noProof="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es-ES" noProof="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es-ES" noProof="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es-ES" noProof="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es-ES" noProof="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es-ES" noProof="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es-ES" noProof="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es-ES" noProof="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es-ES" noProof="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es-ES" noProof="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es-ES" noProof="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es-ES" noProof="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es-ES" noProof="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es-ES" noProof="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es-ES" noProof="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es-ES" noProof="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es-ES" noProof="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es-ES" noProof="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es-ES" noProof="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es-ES" noProof="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es-ES" noProof="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es-ES" noProof="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es-ES" noProof="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es-ES" noProof="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es-ES" noProof="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s-ES" noProof="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es-ES" noProof="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es-ES" noProof="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es-ES" noProof="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es-ES" noProof="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es-ES" noProof="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es-ES" noProof="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es-ES" noProof="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es-ES" noProof="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es-ES" noProof="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es-ES" noProof="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es-ES" noProof="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es-ES" noProof="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es-ES" noProof="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es-ES" noProof="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es-ES" noProof="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es-ES" noProof="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es-ES" noProof="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es-ES" noProof="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es-ES" noProof="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es-ES" noProof="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es-ES" noProof="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es-ES" noProof="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es-ES" noProof="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es-ES" noProof="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es-ES" noProof="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es-ES" noProof="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es-ES" noProof="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es-ES" noProof="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es-ES" noProof="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es-ES" noProof="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es-ES" noProof="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es-ES" noProof="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es-ES" noProof="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es-ES" noProof="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es-ES" noProof="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es-ES" noProof="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es-ES" noProof="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es-ES" noProof="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es-ES" noProof="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es-ES" noProof="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es-ES" noProof="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es-ES" noProof="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es-ES" noProof="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es-ES" noProof="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es-ES" noProof="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es-ES" noProof="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es-ES" noProof="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es-ES" noProof="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es-ES" noProof="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es-ES" noProof="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es-ES" noProof="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es-ES" noProof="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es-ES" noProof="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es-ES" noProof="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es-ES" noProof="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es-ES" noProof="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es-ES" noProof="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es-ES" noProof="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es-ES" noProof="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es-ES" noProof="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es-ES" noProof="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es-ES" noProof="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es-ES" noProof="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es-ES" noProof="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es-ES" noProof="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es-ES" noProof="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es-ES" noProof="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es-ES" noProof="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es-ES" noProof="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es-ES" noProof="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es-ES" noProof="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es-ES" noProof="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es-ES" noProof="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es-ES" noProof="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es-ES" noProof="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es-ES" noProof="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es-ES" noProof="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es-ES" noProof="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es-ES" noProof="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es-ES" noProof="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es-ES" noProof="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es-ES" noProof="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es-ES" noProof="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es-ES" noProof="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es-ES" noProof="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es-ES" noProof="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es-ES" noProof="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es-ES" noProof="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es-ES" noProof="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es-ES" noProof="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es-ES" noProof="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es-ES" noProof="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es-ES" noProof="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es-ES" noProof="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es-ES" noProof="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es-ES" noProof="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es-ES" noProof="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es-ES" noProof="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es-ES" noProof="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es-ES" noProof="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es-ES" noProof="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es-ES" noProof="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es-ES" noProof="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es-ES" noProof="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es-ES" noProof="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es-ES" noProof="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es-ES" noProof="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es-ES" noProof="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es-ES" noProof="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es-ES" noProof="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es-ES" noProof="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es-ES" noProof="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es-ES" noProof="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es-ES" noProof="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es-ES" noProof="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es-ES" noProof="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es-ES" noProof="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es-ES" noProof="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es-ES" noProof="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es-ES" noProof="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es-ES" noProof="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es-ES" noProof="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es-ES" noProof="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es-ES" noProof="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es-ES" noProof="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es-ES" noProof="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es-ES" noProof="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es-ES" noProof="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es-ES" noProof="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es-ES" noProof="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es-ES" noProof="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es-ES" noProof="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es-ES" noProof="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es-ES" noProof="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es-ES" noProof="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es-ES" noProof="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es-ES" noProof="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es-ES" noProof="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es-ES" noProof="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es-ES" noProof="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es-ES" noProof="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es-ES" noProof="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es-ES" noProof="0"/>
            </a:p>
          </p:txBody>
        </p:sp>
      </p:grp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p>
            <a:pPr rtl="0"/>
            <a:r>
              <a:rPr lang="es-ES" noProof="0"/>
              <a:t>HAGA CLIC PARA EDITAR EL TÍTULO</a:t>
            </a:r>
          </a:p>
        </p:txBody>
      </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
        <p:nvSpPr>
          <p:cNvPr id="675" name="Marcador de texto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Gracias">
    <p:bg>
      <p:bgPr>
        <a:solidFill>
          <a:schemeClr val="accent5"/>
        </a:solidFill>
        <a:effectLst/>
      </p:bgPr>
    </p:bg>
    <p:spTree>
      <p:nvGrpSpPr>
        <p:cNvPr id="1" name=""/>
        <p:cNvGrpSpPr/>
        <p:nvPr/>
      </p:nvGrpSpPr>
      <p:grpSpPr>
        <a:xfrm>
          <a:off x="0" y="0"/>
          <a:ext cx="0" cy="0"/>
          <a:chOff x="0" y="0"/>
          <a:chExt cx="0" cy="0"/>
        </a:xfrm>
      </p:grpSpPr>
      <p:sp>
        <p:nvSpPr>
          <p:cNvPr id="8" name="Rectángulo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s-ES" noProof="0"/>
          </a:p>
        </p:txBody>
      </p:sp>
      <p:sp>
        <p:nvSpPr>
          <p:cNvPr id="2" name="Título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p>
            <a:pPr rtl="0"/>
            <a:r>
              <a:rPr lang="es-ES" noProof="0"/>
              <a:t>HAGA CLIC PARA MODIFICAR EL ESTILO DEL TÍTULO DEL PATRÓN</a:t>
            </a:r>
          </a:p>
        </p:txBody>
      </p:sp>
      <p:sp>
        <p:nvSpPr>
          <p:cNvPr id="14" name="Marcador de texto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es-ES" noProof="0"/>
              <a:t>Haga clic para editar el texto</a:t>
            </a:r>
          </a:p>
        </p:txBody>
      </p:sp>
      <p:grpSp>
        <p:nvGrpSpPr>
          <p:cNvPr id="10" name="Marcador de posición de imagen 44" descr="ilustración abstracta a color de edificio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es-ES" noProof="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es-ES" noProof="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es-ES" noProof="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es-ES" noProof="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es-ES" noProof="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es-ES" noProof="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es-ES" noProof="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es-ES" noProof="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es-ES" noProof="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es-ES" noProof="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es-ES" noProof="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es-ES" noProof="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es-ES" noProof="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es-ES" noProof="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es-ES" noProof="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es-ES" noProof="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es-ES" noProof="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es-ES" noProof="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es-ES" noProof="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es-ES" noProof="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es-ES" noProof="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es-ES" noProof="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es-ES" noProof="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es-ES" noProof="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es-ES" noProof="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es-ES" noProof="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es-ES" noProof="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es-ES" noProof="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es-ES" noProof="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es-ES" noProof="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es-ES" noProof="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es-ES" noProof="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es-ES" noProof="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es-ES" noProof="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es-ES" noProof="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es-ES" noProof="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es-ES" noProof="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es-ES" noProof="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es-ES" noProof="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es-ES" noProof="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es-ES" noProof="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es-ES" noProof="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es-ES" noProof="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es-ES" noProof="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es-ES" noProof="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es-ES" noProof="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es-ES" noProof="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es-ES" noProof="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es-ES" noProof="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es-ES" noProof="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es-ES" noProof="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es-ES" noProof="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es-ES" noProof="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es-ES" noProof="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es-ES" noProof="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es-ES" noProof="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es-ES" noProof="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es-ES" noProof="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es-ES" noProof="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es-ES" noProof="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es-ES" noProof="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es-ES" noProof="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es-ES" noProof="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es-ES" noProof="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es-ES" noProof="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es-ES" noProof="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es-ES" noProof="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es-ES" noProof="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es-ES" noProof="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es-ES" noProof="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es-ES" noProof="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es-ES" noProof="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es-ES" noProof="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es-ES" noProof="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es-ES" noProof="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es-ES" noProof="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es-ES" noProof="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es-ES" noProof="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es-ES" noProof="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es-ES" noProof="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es-ES" noProof="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es-ES" noProof="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es-ES" noProof="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es-ES" noProof="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es-ES" noProof="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es-ES" noProof="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es-ES" noProof="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es-ES" noProof="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es-ES" noProof="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es-ES" noProof="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es-ES" noProof="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es-ES" noProof="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es-ES" noProof="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es-ES" noProof="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es-ES" noProof="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es-ES" noProof="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es-ES" noProof="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es-ES" noProof="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es-ES" noProof="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es-ES" noProof="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es-ES" noProof="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es-ES" noProof="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es-ES" noProof="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es-ES" noProof="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es-ES" noProof="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es-ES" noProof="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es-ES" noProof="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es-ES" noProof="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es-ES" noProof="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es-ES" noProof="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es-ES" noProof="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es-ES" noProof="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es-ES" noProof="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es-ES" noProof="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es-ES" noProof="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es-ES" noProof="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es-ES" noProof="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es-ES" noProof="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es-ES" noProof="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es-ES" noProof="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es-ES" noProof="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es-ES" noProof="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es-ES" noProof="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es-ES" noProof="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es-ES" noProof="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es-ES" noProof="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es-ES" noProof="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es-ES" noProof="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es-ES" noProof="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es-ES" noProof="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es-ES" noProof="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es-ES" noProof="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es-ES" noProof="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es-ES" noProof="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es-ES" noProof="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es-ES" noProof="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es-ES" noProof="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es-ES" noProof="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es-ES" noProof="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es-ES" noProof="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es-ES" noProof="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es-ES" noProof="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es-ES" noProof="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es-ES" noProof="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es-ES" noProof="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es-ES" noProof="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es-ES" noProof="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es-ES" noProof="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es-ES" noProof="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es-ES" noProof="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es-ES" noProof="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es-ES" noProof="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es-ES" noProof="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es-ES" noProof="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es-ES" noProof="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es-ES" noProof="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es-ES" noProof="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es-ES" noProof="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es-ES" noProof="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es-ES" noProof="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s-ES" noProof="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es-ES" noProof="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es-ES" noProof="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es-ES" noProof="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es-ES" noProof="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es-ES" noProof="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es-ES" noProof="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es-ES" noProof="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es-ES" noProof="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es-ES" noProof="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es-ES" noProof="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es-ES" noProof="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es-ES" noProof="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es-ES" noProof="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es-ES" noProof="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es-ES" noProof="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es-ES" noProof="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es-ES" noProof="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es-ES" noProof="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es-ES" noProof="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es-ES" noProof="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es-ES" noProof="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es-ES" noProof="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es-ES" noProof="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es-ES" noProof="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es-ES" noProof="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s-ES" noProof="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es-ES" noProof="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es-ES" noProof="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es-ES" noProof="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es-ES" noProof="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es-ES" noProof="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es-ES" noProof="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es-ES" noProof="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es-ES" noProof="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es-ES" noProof="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es-ES" noProof="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es-ES" noProof="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es-ES" noProof="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es-ES" noProof="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es-ES" noProof="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es-ES" noProof="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es-ES" noProof="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es-ES" noProof="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es-ES" noProof="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es-ES" noProof="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es-ES" noProof="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es-ES" noProof="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es-ES" noProof="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es-ES" noProof="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es-ES" noProof="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es-ES" noProof="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es-ES" noProof="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es-ES" noProof="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es-ES" noProof="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es-ES" noProof="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es-ES" noProof="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es-ES" noProof="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es-ES" noProof="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es-ES" noProof="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es-ES" noProof="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es-ES" noProof="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es-ES" noProof="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es-ES" noProof="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es-ES" noProof="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es-ES" noProof="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es-ES" noProof="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es-ES" noProof="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es-ES" noProof="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es-ES" noProof="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es-ES" noProof="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es-ES" noProof="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es-ES" noProof="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es-ES" noProof="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es-ES" noProof="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es-ES" noProof="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es-ES" noProof="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es-ES" noProof="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s-ES" noProof="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es-ES" noProof="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es-ES" noProof="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es-ES" noProof="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es-ES" noProof="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es-ES" noProof="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es-ES" noProof="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es-ES" noProof="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es-ES" noProof="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es-ES" noProof="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es-ES" noProof="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es-ES" noProof="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es-ES" noProof="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es-ES" noProof="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es-ES" noProof="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es-ES" noProof="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es-ES" noProof="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es-ES" noProof="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es-ES" noProof="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es-ES" noProof="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es-ES" noProof="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es-ES" noProof="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es-ES" noProof="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es-ES" noProof="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es-ES" noProof="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es-ES" noProof="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es-ES" noProof="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es-ES" noProof="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es-ES" noProof="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es-ES" noProof="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es-ES" noProof="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es-ES" noProof="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es-ES" noProof="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es-ES" noProof="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es-ES" noProof="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es-ES" noProof="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es-ES" noProof="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es-ES" noProof="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es-ES" noProof="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es-ES" noProof="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es-ES" noProof="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es-ES" noProof="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es-ES" noProof="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es-ES" noProof="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es-ES" noProof="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es-ES" noProof="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es-ES" noProof="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es-ES" noProof="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es-ES" noProof="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es-ES" noProof="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es-ES" noProof="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es-ES" noProof="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es-ES" noProof="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es-ES" noProof="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es-ES" noProof="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es-ES" noProof="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es-ES" noProof="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es-ES" noProof="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es-ES" noProof="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es-ES" noProof="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es-ES" noProof="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es-ES" noProof="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es-ES" noProof="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es-ES" noProof="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es-ES" noProof="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es-ES" noProof="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es-ES" noProof="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es-ES" noProof="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es-ES" noProof="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es-ES" noProof="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es-ES" noProof="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es-ES" noProof="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es-ES" noProof="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es-ES" noProof="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es-ES" noProof="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es-ES" noProof="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es-ES" noProof="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es-ES" noProof="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es-ES" noProof="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es-ES" noProof="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es-ES" noProof="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es-ES" noProof="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es-ES" noProof="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es-ES" noProof="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es-ES" noProof="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es-ES" noProof="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es-ES" noProof="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es-ES" noProof="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es-ES" noProof="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es-ES" noProof="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es-ES" noProof="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es-ES" noProof="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es-ES" noProof="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es-ES" noProof="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es-ES" noProof="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es-ES" noProof="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es-ES" noProof="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es-ES" noProof="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es-ES" noProof="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es-ES" noProof="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es-ES" noProof="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es-ES" noProof="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es-ES" noProof="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es-ES" noProof="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es-ES" noProof="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es-ES" noProof="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es-ES" noProof="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es-ES" noProof="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es-ES" noProof="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es-ES" noProof="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es-ES" noProof="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es-ES" noProof="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es-ES" noProof="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es-ES" noProof="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es-ES" noProof="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es-ES" noProof="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es-ES" noProof="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es-ES" noProof="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es-ES" noProof="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es-ES" noProof="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es-ES" noProof="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es-ES" noProof="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es-ES" noProof="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es-ES" noProof="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es-ES" noProof="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es-ES" noProof="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es-ES" noProof="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es-ES" noProof="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es-ES" noProof="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es-ES" noProof="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es-ES" noProof="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es-ES" noProof="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es-ES" noProof="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es-ES" noProof="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es-ES" noProof="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s-ES" noProof="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es-ES" noProof="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es-ES" noProof="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es-ES" noProof="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es-ES" noProof="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es-ES" noProof="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es-ES" noProof="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es-ES" noProof="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es-ES" noProof="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es-ES" noProof="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es-ES" noProof="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es-ES" noProof="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es-ES" noProof="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es-ES" noProof="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es-ES" noProof="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es-ES" noProof="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es-ES" noProof="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es-ES" noProof="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es-ES" noProof="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es-ES" noProof="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es-ES" noProof="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es-ES" noProof="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es-ES" noProof="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es-ES" noProof="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es-ES" noProof="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es-ES" noProof="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es-ES" noProof="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es-ES" noProof="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es-ES" noProof="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es-ES" noProof="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es-ES" noProof="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es-ES" noProof="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es-ES" noProof="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es-ES" noProof="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es-ES" noProof="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es-ES" noProof="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es-ES" noProof="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es-ES" noProof="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es-ES" noProof="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es-ES" noProof="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es-ES" noProof="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es-ES" noProof="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es-ES" noProof="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es-ES" noProof="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es-ES" noProof="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es-ES" noProof="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es-ES" noProof="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es-ES" noProof="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es-ES" noProof="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es-ES" noProof="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es-ES" noProof="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es-ES" noProof="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es-ES" noProof="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es-ES" noProof="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es-ES" noProof="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es-ES" noProof="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es-ES" noProof="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es-ES" noProof="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es-ES" noProof="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es-ES" noProof="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es-ES" noProof="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es-ES" noProof="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es-ES" noProof="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s-ES" noProof="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es-ES" noProof="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s-ES" noProof="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es-ES" noProof="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es-ES" noProof="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es-ES" noProof="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es-ES" noProof="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es-ES" noProof="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es-ES" noProof="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es-ES" noProof="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es-ES" noProof="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es-ES" noProof="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es-ES" noProof="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es-ES" noProof="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es-ES" noProof="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es-ES" noProof="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es-ES" noProof="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es-ES" noProof="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es-ES" noProof="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es-ES" noProof="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es-ES" noProof="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es-ES" noProof="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es-ES" noProof="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es-ES" noProof="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es-ES" noProof="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es-ES" noProof="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es-ES" noProof="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es-ES" noProof="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es-ES" noProof="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es-ES" noProof="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es-ES" noProof="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es-ES" noProof="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s-ES" noProof="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es-ES" noProof="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es-ES" noProof="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es-ES" noProof="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s-ES" noProof="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es-ES" noProof="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es-ES" noProof="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s-ES" noProof="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es-ES" noProof="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es-ES" noProof="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es-ES" noProof="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es-ES" noProof="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es-ES" noProof="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es-ES" noProof="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es-ES" noProof="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es-ES" noProof="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es-ES" noProof="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es-ES" noProof="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es-ES" noProof="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es-ES" noProof="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es-ES" noProof="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s-ES" noProof="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es-ES" noProof="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es-ES" noProof="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es-ES" noProof="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es-ES" noProof="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es-ES" noProof="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es-ES" noProof="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es-ES" noProof="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es-ES" noProof="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s-ES" noProof="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es-ES" noProof="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es-ES" noProof="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es-ES" noProof="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es-ES" noProof="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es-ES" noProof="0"/>
            </a:p>
          </p:txBody>
        </p:sp>
      </p:grpSp>
      <p:sp>
        <p:nvSpPr>
          <p:cNvPr id="4" name="Marcador de fecha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s-ES" noProof="0"/>
              <a:t>1/07/20XX</a:t>
            </a:r>
          </a:p>
        </p:txBody>
      </p:sp>
      <p:sp>
        <p:nvSpPr>
          <p:cNvPr id="5" name="Marcador de pie de página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6ACA106-0FC3-4FE9-9338-4AC3D15608E5}"/>
              </a:ext>
            </a:extLst>
          </p:cNvPr>
          <p:cNvSpPr>
            <a:spLocks noGrp="1"/>
          </p:cNvSpPr>
          <p:nvPr>
            <p:ph type="title"/>
          </p:nvPr>
        </p:nvSpPr>
        <p:spPr/>
        <p:txBody>
          <a:bodyPr rtlCol="0"/>
          <a:lstStyle/>
          <a:p>
            <a:pPr rtl="0"/>
            <a:r>
              <a:rPr lang="es-ES" noProof="0"/>
              <a:t>Haga clic para modificar el estilo de título del patrón</a:t>
            </a:r>
          </a:p>
        </p:txBody>
      </p:sp>
      <p:sp>
        <p:nvSpPr>
          <p:cNvPr id="3" name="Marcador de contenido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rtlCol="0"/>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4" name="Marcador de contenido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rtlCol="0"/>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5" name="Marcador de fecha 4">
            <a:extLst>
              <a:ext uri="{FF2B5EF4-FFF2-40B4-BE49-F238E27FC236}">
                <a16:creationId xmlns:a16="http://schemas.microsoft.com/office/drawing/2014/main" id="{23A79566-C1F8-443D-A135-C668898477AE}"/>
              </a:ext>
            </a:extLst>
          </p:cNvPr>
          <p:cNvSpPr>
            <a:spLocks noGrp="1"/>
          </p:cNvSpPr>
          <p:nvPr>
            <p:ph type="dt" sz="half" idx="10"/>
          </p:nvPr>
        </p:nvSpPr>
        <p:spPr/>
        <p:txBody>
          <a:bodyPr rtlCol="0"/>
          <a:lstStyle/>
          <a:p>
            <a:pPr rtl="0"/>
            <a:r>
              <a:rPr lang="es-ES" noProof="0"/>
              <a:t>1/07/20XX</a:t>
            </a:r>
          </a:p>
        </p:txBody>
      </p:sp>
      <p:sp>
        <p:nvSpPr>
          <p:cNvPr id="6" name="Marcador de pie de página 5">
            <a:extLst>
              <a:ext uri="{FF2B5EF4-FFF2-40B4-BE49-F238E27FC236}">
                <a16:creationId xmlns:a16="http://schemas.microsoft.com/office/drawing/2014/main" id="{035CF363-F733-460B-9E71-BF70442AC396}"/>
              </a:ext>
            </a:extLst>
          </p:cNvPr>
          <p:cNvSpPr>
            <a:spLocks noGrp="1"/>
          </p:cNvSpPr>
          <p:nvPr>
            <p:ph type="ftr" sz="quarter" idx="11"/>
          </p:nvPr>
        </p:nvSpPr>
        <p:spPr/>
        <p:txBody>
          <a:bodyPr rtlCol="0"/>
          <a:lstStyle/>
          <a:p>
            <a:pPr rtl="0"/>
            <a:r>
              <a:rPr lang="es-ES" noProof="0"/>
              <a:t>Título de la presentación de lanzamiento</a:t>
            </a:r>
          </a:p>
        </p:txBody>
      </p:sp>
      <p:sp>
        <p:nvSpPr>
          <p:cNvPr id="7" name="Marcador de número de diapositiva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rtlCol="0" anchor="b"/>
          <a:lstStyle>
            <a:lvl1pPr>
              <a:defRPr sz="3200"/>
            </a:lvl1pPr>
          </a:lstStyle>
          <a:p>
            <a:pPr rtl="0"/>
            <a:r>
              <a:rPr lang="es-ES" noProof="0"/>
              <a:t>Haga clic para modificar el estilo de título del patrón</a:t>
            </a:r>
          </a:p>
        </p:txBody>
      </p:sp>
      <p:sp>
        <p:nvSpPr>
          <p:cNvPr id="3" name="Marcador de contenido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4" name="Marcador de texto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es-ES" noProof="0"/>
              <a:t>Haga clic para modificar los estilos de texto del patrón</a:t>
            </a:r>
          </a:p>
        </p:txBody>
      </p:sp>
      <p:sp>
        <p:nvSpPr>
          <p:cNvPr id="5" name="Marcador de fecha 4">
            <a:extLst>
              <a:ext uri="{FF2B5EF4-FFF2-40B4-BE49-F238E27FC236}">
                <a16:creationId xmlns:a16="http://schemas.microsoft.com/office/drawing/2014/main" id="{D732AD86-1F8B-4DE6-9736-793E1781772C}"/>
              </a:ext>
            </a:extLst>
          </p:cNvPr>
          <p:cNvSpPr>
            <a:spLocks noGrp="1"/>
          </p:cNvSpPr>
          <p:nvPr>
            <p:ph type="dt" sz="half" idx="10"/>
          </p:nvPr>
        </p:nvSpPr>
        <p:spPr/>
        <p:txBody>
          <a:bodyPr rtlCol="0"/>
          <a:lstStyle/>
          <a:p>
            <a:pPr rtl="0"/>
            <a:r>
              <a:rPr lang="es-ES" noProof="0"/>
              <a:t>1/07/20XX</a:t>
            </a:r>
          </a:p>
        </p:txBody>
      </p:sp>
      <p:sp>
        <p:nvSpPr>
          <p:cNvPr id="6" name="Marcador de pie de página 5">
            <a:extLst>
              <a:ext uri="{FF2B5EF4-FFF2-40B4-BE49-F238E27FC236}">
                <a16:creationId xmlns:a16="http://schemas.microsoft.com/office/drawing/2014/main" id="{FA60A3B3-8B02-4D8B-A982-7C7CA03A9290}"/>
              </a:ext>
            </a:extLst>
          </p:cNvPr>
          <p:cNvSpPr>
            <a:spLocks noGrp="1"/>
          </p:cNvSpPr>
          <p:nvPr>
            <p:ph type="ftr" sz="quarter" idx="11"/>
          </p:nvPr>
        </p:nvSpPr>
        <p:spPr/>
        <p:txBody>
          <a:bodyPr rtlCol="0"/>
          <a:lstStyle/>
          <a:p>
            <a:pPr rtl="0"/>
            <a:r>
              <a:rPr lang="es-ES" noProof="0"/>
              <a:t>Título de la presentación de lanzamiento</a:t>
            </a:r>
          </a:p>
        </p:txBody>
      </p:sp>
      <p:sp>
        <p:nvSpPr>
          <p:cNvPr id="7" name="Marcador de número de diapositiva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rtlCol="0"/>
          <a:lstStyle/>
          <a:p>
            <a:pPr rtl="0"/>
            <a:fld id="{B5CEABB6-07DC-46E8-9B57-56EC44A396E5}" type="slidenum">
              <a:rPr lang="es-ES" noProof="0" smtClean="0"/>
              <a:t>‹Nº›</a:t>
            </a:fld>
            <a:endParaRPr lang="es-ES" noProof="0"/>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título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es-ES" noProof="0"/>
              <a:t>HAGA CLIC PARA EDITAR EL ESTILO DEL TÍTULO DEL PATRÓN</a:t>
            </a:r>
          </a:p>
        </p:txBody>
      </p:sp>
      <p:sp>
        <p:nvSpPr>
          <p:cNvPr id="3" name="Marcador de texto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es-ES" noProof="0"/>
              <a:t>Haga clic para modificar los estilos de texto del patrón</a:t>
            </a:r>
          </a:p>
          <a:p>
            <a:pPr lvl="1" rtl="0"/>
            <a:r>
              <a:rPr lang="es-ES" noProof="0"/>
              <a:t>Segundo nivel</a:t>
            </a:r>
          </a:p>
          <a:p>
            <a:pPr lvl="2" rtl="0"/>
            <a:r>
              <a:rPr lang="es-ES" noProof="0"/>
              <a:t>Tercer nivel</a:t>
            </a:r>
          </a:p>
          <a:p>
            <a:pPr lvl="3" rtl="0"/>
            <a:r>
              <a:rPr lang="es-ES" noProof="0"/>
              <a:t>Cuarto nivel</a:t>
            </a:r>
          </a:p>
          <a:p>
            <a:pPr lvl="4" rtl="0"/>
            <a:r>
              <a:rPr lang="es-ES" noProof="0"/>
              <a:t>Quinto nivel</a:t>
            </a:r>
          </a:p>
        </p:txBody>
      </p:sp>
      <p:sp>
        <p:nvSpPr>
          <p:cNvPr id="4" name="Marcador de fecha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pPr rtl="0"/>
            <a:r>
              <a:rPr lang="es-ES" noProof="0"/>
              <a:t>1/07/20XX</a:t>
            </a:r>
          </a:p>
        </p:txBody>
      </p:sp>
      <p:sp>
        <p:nvSpPr>
          <p:cNvPr id="5" name="Marcador de pie de página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pPr rtl="0"/>
            <a:r>
              <a:rPr lang="es-ES" noProof="0"/>
              <a:t>Título de la presentación de lanzamiento</a:t>
            </a:r>
          </a:p>
        </p:txBody>
      </p:sp>
      <p:sp>
        <p:nvSpPr>
          <p:cNvPr id="6" name="Marcador de número de diapositiva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pPr rtl="0"/>
            <a:fld id="{B5CEABB6-07DC-46E8-9B57-56EC44A396E5}" type="slidenum">
              <a:rPr lang="es-ES" noProof="0" smtClean="0"/>
              <a:pPr rtl="0"/>
              <a:t>‹Nº›</a:t>
            </a:fld>
            <a:endParaRPr lang="es-ES" noProof="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ítulo 8">
            <a:extLst>
              <a:ext uri="{FF2B5EF4-FFF2-40B4-BE49-F238E27FC236}">
                <a16:creationId xmlns:a16="http://schemas.microsoft.com/office/drawing/2014/main" id="{F9A70E70-C058-4A66-85BB-82F2C235E05B}"/>
              </a:ext>
            </a:extLst>
          </p:cNvPr>
          <p:cNvSpPr>
            <a:spLocks noGrp="1"/>
          </p:cNvSpPr>
          <p:nvPr>
            <p:ph type="ctrTitle"/>
          </p:nvPr>
        </p:nvSpPr>
        <p:spPr>
          <a:xfrm>
            <a:off x="6437376" y="1874520"/>
            <a:ext cx="4379976" cy="1547583"/>
          </a:xfrm>
        </p:spPr>
        <p:txBody>
          <a:bodyPr rtlCol="0">
            <a:normAutofit/>
          </a:bodyPr>
          <a:lstStyle/>
          <a:p>
            <a:pPr rtl="0"/>
            <a:r>
              <a:rPr lang="es-ES" dirty="0"/>
              <a:t>ANÁLISIS DE INVERSIONES</a:t>
            </a:r>
          </a:p>
        </p:txBody>
      </p:sp>
      <p:sp>
        <p:nvSpPr>
          <p:cNvPr id="3" name="Subtítulo 2">
            <a:extLst>
              <a:ext uri="{FF2B5EF4-FFF2-40B4-BE49-F238E27FC236}">
                <a16:creationId xmlns:a16="http://schemas.microsoft.com/office/drawing/2014/main" id="{B901E872-7BAD-13AA-2130-3EB5D8D9A1C1}"/>
              </a:ext>
            </a:extLst>
          </p:cNvPr>
          <p:cNvSpPr>
            <a:spLocks noGrp="1"/>
          </p:cNvSpPr>
          <p:nvPr>
            <p:ph type="subTitle" idx="1"/>
          </p:nvPr>
        </p:nvSpPr>
        <p:spPr/>
        <p:txBody>
          <a:bodyPr/>
          <a:lstStyle/>
          <a:p>
            <a:endParaRPr lang="es-GT"/>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719F29B-F233-48AF-8261-F33A4E079E3E}"/>
              </a:ext>
            </a:extLst>
          </p:cNvPr>
          <p:cNvSpPr>
            <a:spLocks noGrp="1"/>
          </p:cNvSpPr>
          <p:nvPr>
            <p:ph type="title"/>
          </p:nvPr>
        </p:nvSpPr>
        <p:spPr>
          <a:xfrm>
            <a:off x="838200" y="1289304"/>
            <a:ext cx="4114800" cy="1325563"/>
          </a:xfrm>
        </p:spPr>
        <p:txBody>
          <a:bodyPr rtlCol="0">
            <a:normAutofit fontScale="90000"/>
          </a:bodyPr>
          <a:lstStyle/>
          <a:p>
            <a:pPr rtl="0"/>
            <a:r>
              <a:rPr lang="es-ES" dirty="0"/>
              <a:t>Elección de fuentes de financiamiento</a:t>
            </a:r>
          </a:p>
        </p:txBody>
      </p:sp>
      <p:sp>
        <p:nvSpPr>
          <p:cNvPr id="3" name="Subtítulo 2">
            <a:extLst>
              <a:ext uri="{FF2B5EF4-FFF2-40B4-BE49-F238E27FC236}">
                <a16:creationId xmlns:a16="http://schemas.microsoft.com/office/drawing/2014/main" id="{35E3EA69-4E0E-41BD-8095-A124225A2647}"/>
              </a:ext>
            </a:extLst>
          </p:cNvPr>
          <p:cNvSpPr>
            <a:spLocks noGrp="1"/>
          </p:cNvSpPr>
          <p:nvPr>
            <p:ph type="body" sz="quarter" idx="13"/>
          </p:nvPr>
        </p:nvSpPr>
        <p:spPr>
          <a:xfrm>
            <a:off x="838200" y="2816352"/>
            <a:ext cx="4592782" cy="2779776"/>
          </a:xfrm>
        </p:spPr>
        <p:txBody>
          <a:bodyPr vert="horz" lIns="91440" tIns="45720" rIns="91440" bIns="45720" rtlCol="0" anchor="t">
            <a:normAutofit/>
          </a:bodyPr>
          <a:lstStyle/>
          <a:p>
            <a:pPr algn="just" rtl="0"/>
            <a:r>
              <a:rPr lang="es-ES" sz="1600" b="1" dirty="0"/>
              <a:t>Según Lawrence J. Gitman, </a:t>
            </a:r>
            <a:r>
              <a:rPr lang="es-MX" sz="1600" b="1" dirty="0"/>
              <a:t>las cuentas por pagar y las deudas acumuladas representan formas de financiamiento espontáneo para la empresa. Cuanto más tiempo retenga la empresa el efectivo destinado para el pago de esas cuentas, mayor será el tiempo en que podrá usar esos fondos para sus propios propósitos .</a:t>
            </a:r>
            <a:endParaRPr lang="es-ES" sz="1600" b="1" dirty="0"/>
          </a:p>
        </p:txBody>
      </p:sp>
      <p:sp>
        <p:nvSpPr>
          <p:cNvPr id="15" name="Marcador de número de diapositiva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s-ES" smtClean="0"/>
              <a:pPr/>
              <a:t>2</a:t>
            </a:fld>
            <a:endParaRPr lang="es-ES"/>
          </a:p>
        </p:txBody>
      </p:sp>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445762D-404D-2D80-72DC-42443B54D692}"/>
              </a:ext>
            </a:extLst>
          </p:cNvPr>
          <p:cNvSpPr>
            <a:spLocks noGrp="1"/>
          </p:cNvSpPr>
          <p:nvPr>
            <p:ph type="title"/>
          </p:nvPr>
        </p:nvSpPr>
        <p:spPr/>
        <p:txBody>
          <a:bodyPr>
            <a:normAutofit fontScale="90000"/>
          </a:bodyPr>
          <a:lstStyle/>
          <a:p>
            <a:r>
              <a:rPr lang="es-ES" dirty="0"/>
              <a:t>FUENTES DE FINANCIAMIENTO</a:t>
            </a:r>
            <a:endParaRPr lang="es-GT" dirty="0"/>
          </a:p>
        </p:txBody>
      </p:sp>
      <p:sp>
        <p:nvSpPr>
          <p:cNvPr id="5" name="Marcador de número de diapositiva 4">
            <a:extLst>
              <a:ext uri="{FF2B5EF4-FFF2-40B4-BE49-F238E27FC236}">
                <a16:creationId xmlns:a16="http://schemas.microsoft.com/office/drawing/2014/main" id="{8C569692-23A2-D069-16A3-472FE819F5B1}"/>
              </a:ext>
            </a:extLst>
          </p:cNvPr>
          <p:cNvSpPr>
            <a:spLocks noGrp="1"/>
          </p:cNvSpPr>
          <p:nvPr>
            <p:ph type="sldNum" sz="quarter" idx="12"/>
          </p:nvPr>
        </p:nvSpPr>
        <p:spPr/>
        <p:txBody>
          <a:bodyPr/>
          <a:lstStyle/>
          <a:p>
            <a:pPr rtl="0"/>
            <a:fld id="{B5CEABB6-07DC-46E8-9B57-56EC44A396E5}" type="slidenum">
              <a:rPr lang="es-ES" noProof="0" smtClean="0"/>
              <a:t>3</a:t>
            </a:fld>
            <a:endParaRPr lang="es-ES" noProof="0"/>
          </a:p>
        </p:txBody>
      </p:sp>
    </p:spTree>
    <p:extLst>
      <p:ext uri="{BB962C8B-B14F-4D97-AF65-F5344CB8AC3E}">
        <p14:creationId xmlns:p14="http://schemas.microsoft.com/office/powerpoint/2010/main" val="264064720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31FC3ACE-61D0-CA6C-3823-0D07E39A4120}"/>
              </a:ext>
            </a:extLst>
          </p:cNvPr>
          <p:cNvSpPr>
            <a:spLocks noGrp="1"/>
          </p:cNvSpPr>
          <p:nvPr>
            <p:ph type="title"/>
          </p:nvPr>
        </p:nvSpPr>
        <p:spPr/>
        <p:txBody>
          <a:bodyPr>
            <a:normAutofit fontScale="90000"/>
          </a:bodyPr>
          <a:lstStyle/>
          <a:p>
            <a:r>
              <a:rPr lang="es-ES" dirty="0"/>
              <a:t>Fuentes de financiamiento a corto plazo</a:t>
            </a:r>
            <a:endParaRPr lang="es-GT" dirty="0"/>
          </a:p>
        </p:txBody>
      </p:sp>
      <p:sp>
        <p:nvSpPr>
          <p:cNvPr id="5" name="Marcador de número de diapositiva 4">
            <a:extLst>
              <a:ext uri="{FF2B5EF4-FFF2-40B4-BE49-F238E27FC236}">
                <a16:creationId xmlns:a16="http://schemas.microsoft.com/office/drawing/2014/main" id="{4B25BE31-0D25-4184-D6B2-3DEC0C928B28}"/>
              </a:ext>
            </a:extLst>
          </p:cNvPr>
          <p:cNvSpPr>
            <a:spLocks noGrp="1"/>
          </p:cNvSpPr>
          <p:nvPr>
            <p:ph type="sldNum" sz="quarter" idx="12"/>
          </p:nvPr>
        </p:nvSpPr>
        <p:spPr/>
        <p:txBody>
          <a:bodyPr/>
          <a:lstStyle/>
          <a:p>
            <a:pPr rtl="0"/>
            <a:fld id="{B5CEABB6-07DC-46E8-9B57-56EC44A396E5}" type="slidenum">
              <a:rPr lang="es-ES" noProof="0" smtClean="0"/>
              <a:t>4</a:t>
            </a:fld>
            <a:endParaRPr lang="es-ES" noProof="0"/>
          </a:p>
        </p:txBody>
      </p:sp>
      <p:sp>
        <p:nvSpPr>
          <p:cNvPr id="6" name="Marcador de texto 5">
            <a:extLst>
              <a:ext uri="{FF2B5EF4-FFF2-40B4-BE49-F238E27FC236}">
                <a16:creationId xmlns:a16="http://schemas.microsoft.com/office/drawing/2014/main" id="{783A1D46-FE11-BDEA-13F0-09D382919D8E}"/>
              </a:ext>
            </a:extLst>
          </p:cNvPr>
          <p:cNvSpPr>
            <a:spLocks noGrp="1"/>
          </p:cNvSpPr>
          <p:nvPr>
            <p:ph type="body" sz="quarter" idx="13"/>
          </p:nvPr>
        </p:nvSpPr>
        <p:spPr/>
        <p:txBody>
          <a:bodyPr/>
          <a:lstStyle/>
          <a:p>
            <a:pPr algn="just"/>
            <a:r>
              <a:rPr lang="es-MX" sz="2800" b="1" dirty="0"/>
              <a:t>El crédito a corto plazo se define como cualquier pasivo originalmente programado para su pago en un año, hay numerosas fuentes de fondos a corto plazo.</a:t>
            </a:r>
            <a:r>
              <a:rPr lang="es-MX" dirty="0"/>
              <a:t> </a:t>
            </a:r>
            <a:endParaRPr lang="es-GT" dirty="0"/>
          </a:p>
        </p:txBody>
      </p:sp>
    </p:spTree>
    <p:extLst>
      <p:ext uri="{BB962C8B-B14F-4D97-AF65-F5344CB8AC3E}">
        <p14:creationId xmlns:p14="http://schemas.microsoft.com/office/powerpoint/2010/main" val="264725312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AE3080F6-1FAC-ED50-459A-8CA2B305CE40}"/>
              </a:ext>
            </a:extLst>
          </p:cNvPr>
          <p:cNvSpPr>
            <a:spLocks noGrp="1"/>
          </p:cNvSpPr>
          <p:nvPr>
            <p:ph type="sldNum" sz="quarter" idx="12"/>
          </p:nvPr>
        </p:nvSpPr>
        <p:spPr/>
        <p:txBody>
          <a:bodyPr/>
          <a:lstStyle/>
          <a:p>
            <a:pPr rtl="0"/>
            <a:fld id="{B5CEABB6-07DC-46E8-9B57-56EC44A396E5}" type="slidenum">
              <a:rPr lang="es-ES" noProof="0" smtClean="0"/>
              <a:t>5</a:t>
            </a:fld>
            <a:endParaRPr lang="es-ES" noProof="0"/>
          </a:p>
        </p:txBody>
      </p:sp>
      <p:sp>
        <p:nvSpPr>
          <p:cNvPr id="6" name="Marcador de texto 5">
            <a:extLst>
              <a:ext uri="{FF2B5EF4-FFF2-40B4-BE49-F238E27FC236}">
                <a16:creationId xmlns:a16="http://schemas.microsoft.com/office/drawing/2014/main" id="{0776FC81-91D6-852B-CD70-C06AD2959A7D}"/>
              </a:ext>
            </a:extLst>
          </p:cNvPr>
          <p:cNvSpPr>
            <a:spLocks noGrp="1"/>
          </p:cNvSpPr>
          <p:nvPr>
            <p:ph type="body" sz="quarter" idx="13"/>
          </p:nvPr>
        </p:nvSpPr>
        <p:spPr>
          <a:xfrm>
            <a:off x="838200" y="831273"/>
            <a:ext cx="4634345" cy="4764855"/>
          </a:xfrm>
        </p:spPr>
        <p:txBody>
          <a:bodyPr>
            <a:normAutofit/>
          </a:bodyPr>
          <a:lstStyle/>
          <a:p>
            <a:pPr algn="just"/>
            <a:r>
              <a:rPr lang="es-ES" sz="1800" b="1" dirty="0"/>
              <a:t>- Gastos Acumulados: </a:t>
            </a:r>
            <a:r>
              <a:rPr lang="es-MX" sz="1800" b="1" dirty="0"/>
              <a:t>Este tipo de deuda se considera </a:t>
            </a:r>
            <a:r>
              <a:rPr lang="es-MX" sz="1800" b="1" u="sng" dirty="0"/>
              <a:t>gratuita,</a:t>
            </a:r>
            <a:r>
              <a:rPr lang="es-MX" sz="1800" b="1" dirty="0"/>
              <a:t> en el sentido de que no se paga un interés explícito sobre los fondos generados por los gastos acumulados. Sin embargo, una empresa por lo general no puede controlar sus gastos acumulados. La programación de los pagos de sueldos lo determinan las fuerzas económicas y la costumbre de la industria, en tanto que la ley establece las fechas de pago de impuestos. Por consiguiente, las empresas utilizan todos los gastos acumulados que pueden pero tienen poco control sobre los niveles de estas cuentas </a:t>
            </a:r>
            <a:endParaRPr lang="es-GT" sz="1800" b="1" dirty="0"/>
          </a:p>
        </p:txBody>
      </p:sp>
    </p:spTree>
    <p:extLst>
      <p:ext uri="{BB962C8B-B14F-4D97-AF65-F5344CB8AC3E}">
        <p14:creationId xmlns:p14="http://schemas.microsoft.com/office/powerpoint/2010/main" val="388541911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83B4D10A-F10A-3213-13E3-08CBC3CFBF04}"/>
              </a:ext>
            </a:extLst>
          </p:cNvPr>
          <p:cNvSpPr>
            <a:spLocks noGrp="1"/>
          </p:cNvSpPr>
          <p:nvPr>
            <p:ph type="sldNum" sz="quarter" idx="12"/>
          </p:nvPr>
        </p:nvSpPr>
        <p:spPr/>
        <p:txBody>
          <a:bodyPr/>
          <a:lstStyle/>
          <a:p>
            <a:pPr rtl="0"/>
            <a:fld id="{B5CEABB6-07DC-46E8-9B57-56EC44A396E5}" type="slidenum">
              <a:rPr lang="es-ES" noProof="0" smtClean="0"/>
              <a:t>6</a:t>
            </a:fld>
            <a:endParaRPr lang="es-ES" noProof="0"/>
          </a:p>
        </p:txBody>
      </p:sp>
      <p:sp>
        <p:nvSpPr>
          <p:cNvPr id="6" name="Marcador de texto 5">
            <a:extLst>
              <a:ext uri="{FF2B5EF4-FFF2-40B4-BE49-F238E27FC236}">
                <a16:creationId xmlns:a16="http://schemas.microsoft.com/office/drawing/2014/main" id="{3B2E88E2-1B48-115E-88AF-2285F5B1EBAA}"/>
              </a:ext>
            </a:extLst>
          </p:cNvPr>
          <p:cNvSpPr>
            <a:spLocks noGrp="1"/>
          </p:cNvSpPr>
          <p:nvPr>
            <p:ph type="body" sz="quarter" idx="13"/>
          </p:nvPr>
        </p:nvSpPr>
        <p:spPr>
          <a:xfrm>
            <a:off x="387927" y="263236"/>
            <a:ext cx="5112327" cy="5332892"/>
          </a:xfrm>
        </p:spPr>
        <p:txBody>
          <a:bodyPr>
            <a:normAutofit fontScale="62500" lnSpcReduction="20000"/>
          </a:bodyPr>
          <a:lstStyle/>
          <a:p>
            <a:pPr algn="just"/>
            <a:r>
              <a:rPr lang="es-ES" sz="2800" b="1" dirty="0"/>
              <a:t>-</a:t>
            </a:r>
            <a:r>
              <a:rPr lang="es-MX" sz="2800" b="1" dirty="0"/>
              <a:t>Crédito comercial: es el crédito que se crea cuando una empresa le compra a crédito a otra empresa .</a:t>
            </a:r>
          </a:p>
          <a:p>
            <a:pPr algn="just"/>
            <a:r>
              <a:rPr lang="es-MX" sz="2800" b="1" dirty="0"/>
              <a:t>Es posible dividir el crédito en 2 componentes:  1. Crédito comercial libre de costo, el crédito recibido durante el periodo de descuento y 2. El crédito comercial oneroso, el crédito que excede del crédito comercial libre de costo y cuyo costo se basa en los descuentos perdidos. </a:t>
            </a:r>
            <a:r>
              <a:rPr lang="es-MX" sz="2800" b="1" i="1" dirty="0"/>
              <a:t>Los directores de finanzas siempre deben usar el componente libre de costo pero deben utilizar el componente oneroso sólo después de analizar el costo de esta fuente de financiamiento para asegurarse de que es menor que el costo de los fondos que podrían obtener de otras fuentes </a:t>
            </a:r>
            <a:endParaRPr lang="es-GT" sz="2800" b="1" i="1" dirty="0"/>
          </a:p>
        </p:txBody>
      </p:sp>
    </p:spTree>
    <p:extLst>
      <p:ext uri="{BB962C8B-B14F-4D97-AF65-F5344CB8AC3E}">
        <p14:creationId xmlns:p14="http://schemas.microsoft.com/office/powerpoint/2010/main" val="364220305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8E13A64F-9630-4B7A-C412-879E97F717D1}"/>
              </a:ext>
            </a:extLst>
          </p:cNvPr>
          <p:cNvSpPr>
            <a:spLocks noGrp="1"/>
          </p:cNvSpPr>
          <p:nvPr>
            <p:ph type="sldNum" sz="quarter" idx="12"/>
          </p:nvPr>
        </p:nvSpPr>
        <p:spPr/>
        <p:txBody>
          <a:bodyPr/>
          <a:lstStyle/>
          <a:p>
            <a:pPr rtl="0"/>
            <a:fld id="{B5CEABB6-07DC-46E8-9B57-56EC44A396E5}" type="slidenum">
              <a:rPr lang="es-ES" noProof="0" smtClean="0"/>
              <a:t>7</a:t>
            </a:fld>
            <a:endParaRPr lang="es-ES" noProof="0"/>
          </a:p>
        </p:txBody>
      </p:sp>
      <p:sp>
        <p:nvSpPr>
          <p:cNvPr id="6" name="Marcador de texto 5">
            <a:extLst>
              <a:ext uri="{FF2B5EF4-FFF2-40B4-BE49-F238E27FC236}">
                <a16:creationId xmlns:a16="http://schemas.microsoft.com/office/drawing/2014/main" id="{D0FC571F-AFE7-6A3C-E31E-1CADAAFCBA2B}"/>
              </a:ext>
            </a:extLst>
          </p:cNvPr>
          <p:cNvSpPr>
            <a:spLocks noGrp="1"/>
          </p:cNvSpPr>
          <p:nvPr>
            <p:ph type="body" sz="quarter" idx="13"/>
          </p:nvPr>
        </p:nvSpPr>
        <p:spPr>
          <a:xfrm>
            <a:off x="838200" y="1316182"/>
            <a:ext cx="4114800" cy="4279946"/>
          </a:xfrm>
        </p:spPr>
        <p:txBody>
          <a:bodyPr>
            <a:normAutofit/>
          </a:bodyPr>
          <a:lstStyle/>
          <a:p>
            <a:pPr algn="just"/>
            <a:r>
              <a:rPr lang="es-ES" sz="2000" b="1" dirty="0"/>
              <a:t>- </a:t>
            </a:r>
            <a:r>
              <a:rPr lang="es-MX" sz="2000" b="1" dirty="0"/>
              <a:t>Préstamos bancarios a corto plazo: son los segundos en importancia para el crédito comercial como una fuente de financiamiento a corto plazo. Conforme aumentan las necesidades de una empresa, solicita específicamente fondos adicionales a su banco </a:t>
            </a:r>
            <a:endParaRPr lang="es-GT" b="1" dirty="0"/>
          </a:p>
        </p:txBody>
      </p:sp>
    </p:spTree>
    <p:extLst>
      <p:ext uri="{BB962C8B-B14F-4D97-AF65-F5344CB8AC3E}">
        <p14:creationId xmlns:p14="http://schemas.microsoft.com/office/powerpoint/2010/main" val="317936742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38F1F70-5C10-EAAA-3BA6-315A328BE595}"/>
              </a:ext>
            </a:extLst>
          </p:cNvPr>
          <p:cNvSpPr>
            <a:spLocks noGrp="1"/>
          </p:cNvSpPr>
          <p:nvPr>
            <p:ph type="title"/>
          </p:nvPr>
        </p:nvSpPr>
        <p:spPr>
          <a:xfrm>
            <a:off x="838199" y="1289304"/>
            <a:ext cx="6920345" cy="1325563"/>
          </a:xfrm>
        </p:spPr>
        <p:txBody>
          <a:bodyPr>
            <a:normAutofit fontScale="90000"/>
          </a:bodyPr>
          <a:lstStyle/>
          <a:p>
            <a:r>
              <a:rPr lang="es-ES" dirty="0"/>
              <a:t>CÁLCULO DEL COSTO DEL CRÉDITO COMERCIAL (CUENTAS POR PAGAR)</a:t>
            </a:r>
            <a:endParaRPr lang="es-GT" dirty="0"/>
          </a:p>
        </p:txBody>
      </p:sp>
      <p:sp>
        <p:nvSpPr>
          <p:cNvPr id="5" name="Marcador de número de diapositiva 4">
            <a:extLst>
              <a:ext uri="{FF2B5EF4-FFF2-40B4-BE49-F238E27FC236}">
                <a16:creationId xmlns:a16="http://schemas.microsoft.com/office/drawing/2014/main" id="{F99BD9EE-92DD-CBB0-8023-1A5BD7295D68}"/>
              </a:ext>
            </a:extLst>
          </p:cNvPr>
          <p:cNvSpPr>
            <a:spLocks noGrp="1"/>
          </p:cNvSpPr>
          <p:nvPr>
            <p:ph type="sldNum" sz="quarter" idx="12"/>
          </p:nvPr>
        </p:nvSpPr>
        <p:spPr/>
        <p:txBody>
          <a:bodyPr/>
          <a:lstStyle/>
          <a:p>
            <a:pPr rtl="0"/>
            <a:fld id="{B5CEABB6-07DC-46E8-9B57-56EC44A396E5}" type="slidenum">
              <a:rPr lang="es-ES" noProof="0" smtClean="0"/>
              <a:t>8</a:t>
            </a:fld>
            <a:endParaRPr lang="es-ES" noProof="0"/>
          </a:p>
        </p:txBody>
      </p:sp>
      <p:sp>
        <p:nvSpPr>
          <p:cNvPr id="6" name="Marcador de texto 5">
            <a:extLst>
              <a:ext uri="{FF2B5EF4-FFF2-40B4-BE49-F238E27FC236}">
                <a16:creationId xmlns:a16="http://schemas.microsoft.com/office/drawing/2014/main" id="{58FEFA40-D0E3-3580-0A6E-1FB45B340818}"/>
              </a:ext>
            </a:extLst>
          </p:cNvPr>
          <p:cNvSpPr>
            <a:spLocks noGrp="1"/>
          </p:cNvSpPr>
          <p:nvPr>
            <p:ph type="body" sz="quarter" idx="13"/>
          </p:nvPr>
        </p:nvSpPr>
        <p:spPr>
          <a:xfrm>
            <a:off x="304801" y="2816352"/>
            <a:ext cx="5153890" cy="2779776"/>
          </a:xfrm>
        </p:spPr>
        <p:txBody>
          <a:bodyPr>
            <a:normAutofit/>
          </a:bodyPr>
          <a:lstStyle/>
          <a:p>
            <a:r>
              <a:rPr lang="es-ES" sz="3200" dirty="0"/>
              <a:t>Tasa periódica:</a:t>
            </a:r>
          </a:p>
          <a:p>
            <a:r>
              <a:rPr lang="es-ES" sz="3200" dirty="0"/>
              <a:t> </a:t>
            </a:r>
          </a:p>
          <a:p>
            <a:r>
              <a:rPr lang="es-ES" sz="3200" dirty="0" err="1"/>
              <a:t>r</a:t>
            </a:r>
            <a:r>
              <a:rPr lang="es-ES" sz="3200" baseline="-25000" dirty="0" err="1"/>
              <a:t>PER</a:t>
            </a:r>
            <a:r>
              <a:rPr lang="es-ES" sz="3200" dirty="0"/>
              <a:t> = Q 2.00 / Q  98.00 =</a:t>
            </a:r>
          </a:p>
          <a:p>
            <a:endParaRPr lang="es-ES" sz="3200" dirty="0"/>
          </a:p>
          <a:p>
            <a:r>
              <a:rPr lang="es-ES" sz="3200" dirty="0"/>
              <a:t>0.020408  = 2.041%</a:t>
            </a:r>
            <a:endParaRPr lang="es-GT" sz="3200" dirty="0"/>
          </a:p>
        </p:txBody>
      </p:sp>
    </p:spTree>
    <p:extLst>
      <p:ext uri="{BB962C8B-B14F-4D97-AF65-F5344CB8AC3E}">
        <p14:creationId xmlns:p14="http://schemas.microsoft.com/office/powerpoint/2010/main" val="286085983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3A91817D-8F06-B246-213C-C4727BB78427}"/>
              </a:ext>
            </a:extLst>
          </p:cNvPr>
          <p:cNvSpPr>
            <a:spLocks noGrp="1"/>
          </p:cNvSpPr>
          <p:nvPr>
            <p:ph type="title"/>
          </p:nvPr>
        </p:nvSpPr>
        <p:spPr>
          <a:xfrm>
            <a:off x="838200" y="1289304"/>
            <a:ext cx="5772912" cy="1325563"/>
          </a:xfrm>
        </p:spPr>
        <p:txBody>
          <a:bodyPr>
            <a:normAutofit fontScale="90000"/>
          </a:bodyPr>
          <a:lstStyle/>
          <a:p>
            <a:r>
              <a:rPr lang="es-ES" dirty="0"/>
              <a:t>CÁLCULO DEL COSTO DE LOS PRÉSTAMOS BANCARIOS</a:t>
            </a:r>
            <a:endParaRPr lang="es-GT" dirty="0"/>
          </a:p>
        </p:txBody>
      </p:sp>
      <p:sp>
        <p:nvSpPr>
          <p:cNvPr id="5" name="Marcador de número de diapositiva 4">
            <a:extLst>
              <a:ext uri="{FF2B5EF4-FFF2-40B4-BE49-F238E27FC236}">
                <a16:creationId xmlns:a16="http://schemas.microsoft.com/office/drawing/2014/main" id="{FBC29C59-4773-FE81-C937-C611D3B9B38D}"/>
              </a:ext>
            </a:extLst>
          </p:cNvPr>
          <p:cNvSpPr>
            <a:spLocks noGrp="1"/>
          </p:cNvSpPr>
          <p:nvPr>
            <p:ph type="sldNum" sz="quarter" idx="12"/>
          </p:nvPr>
        </p:nvSpPr>
        <p:spPr/>
        <p:txBody>
          <a:bodyPr/>
          <a:lstStyle/>
          <a:p>
            <a:pPr rtl="0"/>
            <a:fld id="{B5CEABB6-07DC-46E8-9B57-56EC44A396E5}" type="slidenum">
              <a:rPr lang="es-ES" noProof="0" smtClean="0"/>
              <a:t>9</a:t>
            </a:fld>
            <a:endParaRPr lang="es-ES" noProof="0"/>
          </a:p>
        </p:txBody>
      </p:sp>
      <p:sp>
        <p:nvSpPr>
          <p:cNvPr id="6" name="Marcador de texto 5">
            <a:extLst>
              <a:ext uri="{FF2B5EF4-FFF2-40B4-BE49-F238E27FC236}">
                <a16:creationId xmlns:a16="http://schemas.microsoft.com/office/drawing/2014/main" id="{10CA3803-F6F8-60AF-D6F3-3028B58BF296}"/>
              </a:ext>
            </a:extLst>
          </p:cNvPr>
          <p:cNvSpPr>
            <a:spLocks noGrp="1"/>
          </p:cNvSpPr>
          <p:nvPr>
            <p:ph type="body" sz="quarter" idx="13"/>
          </p:nvPr>
        </p:nvSpPr>
        <p:spPr/>
        <p:txBody>
          <a:bodyPr/>
          <a:lstStyle/>
          <a:p>
            <a:pPr algn="just"/>
            <a:r>
              <a:rPr lang="es-MX" sz="1800" b="1" dirty="0"/>
              <a:t>En nuestro ejemplo, tenemos un préstamo con interés simple. El prestatario recibe el valor nominal del préstamo y paga tanto el principal como el interés al vencimiento. El préstamo es de $ 10,000.00 con un interés del 12% durante 9 meses. El cálculo sería:</a:t>
            </a:r>
            <a:r>
              <a:rPr lang="es-MX" dirty="0"/>
              <a:t> </a:t>
            </a:r>
            <a:endParaRPr lang="es-GT" dirty="0"/>
          </a:p>
        </p:txBody>
      </p:sp>
    </p:spTree>
    <p:extLst>
      <p:ext uri="{BB962C8B-B14F-4D97-AF65-F5344CB8AC3E}">
        <p14:creationId xmlns:p14="http://schemas.microsoft.com/office/powerpoint/2010/main" val="276886812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1B9965D-E732-928C-51C6-28D8F2AB7B8F}"/>
              </a:ext>
            </a:extLst>
          </p:cNvPr>
          <p:cNvSpPr>
            <a:spLocks noGrp="1"/>
          </p:cNvSpPr>
          <p:nvPr>
            <p:ph type="title"/>
          </p:nvPr>
        </p:nvSpPr>
        <p:spPr>
          <a:xfrm>
            <a:off x="838199" y="1"/>
            <a:ext cx="5396345" cy="1025236"/>
          </a:xfrm>
        </p:spPr>
        <p:txBody>
          <a:bodyPr>
            <a:normAutofit/>
          </a:bodyPr>
          <a:lstStyle/>
          <a:p>
            <a:r>
              <a:rPr lang="es-ES" sz="2400" dirty="0">
                <a:latin typeface="Abadi Extra Light" panose="020B0604020202020204" pitchFamily="34" charset="0"/>
              </a:rPr>
              <a:t>*TPA: Tasa de interés simple</a:t>
            </a:r>
            <a:br>
              <a:rPr lang="es-ES" sz="2400" dirty="0">
                <a:latin typeface="Abadi Extra Light" panose="020B0604020202020204" pitchFamily="34" charset="0"/>
              </a:rPr>
            </a:br>
            <a:r>
              <a:rPr lang="es-ES" sz="2400" dirty="0">
                <a:latin typeface="Abadi Extra Light" panose="020B0604020202020204" pitchFamily="34" charset="0"/>
              </a:rPr>
              <a:t>*TAE: Tasa anual efectiva</a:t>
            </a:r>
            <a:endParaRPr lang="es-GT" sz="2400" dirty="0">
              <a:latin typeface="Abadi Extra Light" panose="020B0604020202020204" pitchFamily="34" charset="0"/>
            </a:endParaRPr>
          </a:p>
        </p:txBody>
      </p:sp>
      <p:sp>
        <p:nvSpPr>
          <p:cNvPr id="5" name="Marcador de número de diapositiva 4">
            <a:extLst>
              <a:ext uri="{FF2B5EF4-FFF2-40B4-BE49-F238E27FC236}">
                <a16:creationId xmlns:a16="http://schemas.microsoft.com/office/drawing/2014/main" id="{3FA79B77-3BB6-CB6A-21D3-C3A4FEC7B27F}"/>
              </a:ext>
            </a:extLst>
          </p:cNvPr>
          <p:cNvSpPr>
            <a:spLocks noGrp="1"/>
          </p:cNvSpPr>
          <p:nvPr>
            <p:ph type="sldNum" sz="quarter" idx="12"/>
          </p:nvPr>
        </p:nvSpPr>
        <p:spPr/>
        <p:txBody>
          <a:bodyPr/>
          <a:lstStyle/>
          <a:p>
            <a:pPr rtl="0"/>
            <a:fld id="{B5CEABB6-07DC-46E8-9B57-56EC44A396E5}" type="slidenum">
              <a:rPr lang="es-ES" noProof="0" smtClean="0"/>
              <a:t>10</a:t>
            </a:fld>
            <a:endParaRPr lang="es-ES" noProof="0"/>
          </a:p>
        </p:txBody>
      </p:sp>
      <p:pic>
        <p:nvPicPr>
          <p:cNvPr id="8" name="Imagen 7" descr="Imagen de la pantalla de un celular de un mensaje en letras negras&#10;&#10;Descripción generada automáticamente con confianza baja">
            <a:extLst>
              <a:ext uri="{FF2B5EF4-FFF2-40B4-BE49-F238E27FC236}">
                <a16:creationId xmlns:a16="http://schemas.microsoft.com/office/drawing/2014/main" id="{030A3AA0-D042-7BFB-1ED3-DD9722A58C07}"/>
              </a:ext>
            </a:extLst>
          </p:cNvPr>
          <p:cNvPicPr>
            <a:picLocks noChangeAspect="1"/>
          </p:cNvPicPr>
          <p:nvPr/>
        </p:nvPicPr>
        <p:blipFill>
          <a:blip r:embed="rId2"/>
          <a:stretch>
            <a:fillRect/>
          </a:stretch>
        </p:blipFill>
        <p:spPr>
          <a:xfrm>
            <a:off x="838199" y="1163783"/>
            <a:ext cx="10758056" cy="4876800"/>
          </a:xfrm>
          <a:prstGeom prst="rect">
            <a:avLst/>
          </a:prstGeom>
        </p:spPr>
      </p:pic>
    </p:spTree>
    <p:extLst>
      <p:ext uri="{BB962C8B-B14F-4D97-AF65-F5344CB8AC3E}">
        <p14:creationId xmlns:p14="http://schemas.microsoft.com/office/powerpoint/2010/main" val="106510100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E89A2D9-89D8-2F7B-9AFA-53D21D3D4F0E}"/>
              </a:ext>
            </a:extLst>
          </p:cNvPr>
          <p:cNvSpPr>
            <a:spLocks noGrp="1"/>
          </p:cNvSpPr>
          <p:nvPr>
            <p:ph type="title"/>
          </p:nvPr>
        </p:nvSpPr>
        <p:spPr>
          <a:xfrm>
            <a:off x="838199" y="290946"/>
            <a:ext cx="8070274" cy="1177636"/>
          </a:xfrm>
        </p:spPr>
        <p:txBody>
          <a:bodyPr>
            <a:normAutofit/>
          </a:bodyPr>
          <a:lstStyle/>
          <a:p>
            <a:r>
              <a:rPr lang="es-ES" dirty="0">
                <a:latin typeface="Dreaming Outloud Script Pro" panose="020B0604020202020204" pitchFamily="66" charset="0"/>
                <a:cs typeface="Dreaming Outloud Script Pro" panose="020B0604020202020204" pitchFamily="66" charset="0"/>
              </a:rPr>
              <a:t>P</a:t>
            </a:r>
            <a:r>
              <a:rPr lang="es-ES" cap="none" dirty="0">
                <a:latin typeface="Dreaming Outloud Script Pro" panose="020B0604020202020204" pitchFamily="66" charset="0"/>
                <a:cs typeface="Dreaming Outloud Script Pro" panose="020B0604020202020204" pitchFamily="66" charset="0"/>
              </a:rPr>
              <a:t>réstamo con intereses descontados</a:t>
            </a:r>
            <a:endParaRPr lang="es-GT" cap="none" dirty="0">
              <a:latin typeface="Dreaming Outloud Script Pro" panose="020B0604020202020204" pitchFamily="66" charset="0"/>
              <a:cs typeface="Dreaming Outloud Script Pro" panose="020B0604020202020204" pitchFamily="66" charset="0"/>
            </a:endParaRPr>
          </a:p>
        </p:txBody>
      </p:sp>
      <p:sp>
        <p:nvSpPr>
          <p:cNvPr id="5" name="Marcador de número de diapositiva 4">
            <a:extLst>
              <a:ext uri="{FF2B5EF4-FFF2-40B4-BE49-F238E27FC236}">
                <a16:creationId xmlns:a16="http://schemas.microsoft.com/office/drawing/2014/main" id="{9E5759BC-A7BC-7D60-838C-F9808399E711}"/>
              </a:ext>
            </a:extLst>
          </p:cNvPr>
          <p:cNvSpPr>
            <a:spLocks noGrp="1"/>
          </p:cNvSpPr>
          <p:nvPr>
            <p:ph type="sldNum" sz="quarter" idx="12"/>
          </p:nvPr>
        </p:nvSpPr>
        <p:spPr/>
        <p:txBody>
          <a:bodyPr/>
          <a:lstStyle/>
          <a:p>
            <a:pPr rtl="0"/>
            <a:fld id="{B5CEABB6-07DC-46E8-9B57-56EC44A396E5}" type="slidenum">
              <a:rPr lang="es-ES" noProof="0" smtClean="0"/>
              <a:t>11</a:t>
            </a:fld>
            <a:endParaRPr lang="es-ES" noProof="0"/>
          </a:p>
        </p:txBody>
      </p:sp>
      <p:sp>
        <p:nvSpPr>
          <p:cNvPr id="6" name="Marcador de texto 5">
            <a:extLst>
              <a:ext uri="{FF2B5EF4-FFF2-40B4-BE49-F238E27FC236}">
                <a16:creationId xmlns:a16="http://schemas.microsoft.com/office/drawing/2014/main" id="{90C9BC35-7C3A-536C-04FD-8BF2ACAE47DF}"/>
              </a:ext>
            </a:extLst>
          </p:cNvPr>
          <p:cNvSpPr>
            <a:spLocks noGrp="1"/>
          </p:cNvSpPr>
          <p:nvPr>
            <p:ph type="body" sz="quarter" idx="13"/>
          </p:nvPr>
        </p:nvSpPr>
        <p:spPr>
          <a:xfrm>
            <a:off x="838200" y="1468582"/>
            <a:ext cx="4592782" cy="4127546"/>
          </a:xfrm>
        </p:spPr>
        <p:txBody>
          <a:bodyPr>
            <a:normAutofit/>
          </a:bodyPr>
          <a:lstStyle/>
          <a:p>
            <a:pPr algn="just"/>
            <a:r>
              <a:rPr lang="es-MX" sz="2400" b="1" dirty="0"/>
              <a:t>El interés se deduce de inmediato, de modo que el prestatario recibe menos del monto principal o del valor nominal del préstamo. En nuestro ejemplo se recibe un préstamo con intereses descontados de $10,000.00 a una tasa de interés cotizada (simple) del 12% para usarse durante un periodo de 9 meses el cálculo sería: </a:t>
            </a:r>
            <a:endParaRPr lang="es-GT" sz="2400" b="1" dirty="0"/>
          </a:p>
        </p:txBody>
      </p:sp>
    </p:spTree>
    <p:extLst>
      <p:ext uri="{BB962C8B-B14F-4D97-AF65-F5344CB8AC3E}">
        <p14:creationId xmlns:p14="http://schemas.microsoft.com/office/powerpoint/2010/main" val="70427223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1B9965D-E732-928C-51C6-28D8F2AB7B8F}"/>
              </a:ext>
            </a:extLst>
          </p:cNvPr>
          <p:cNvSpPr>
            <a:spLocks noGrp="1"/>
          </p:cNvSpPr>
          <p:nvPr>
            <p:ph type="title"/>
          </p:nvPr>
        </p:nvSpPr>
        <p:spPr>
          <a:xfrm>
            <a:off x="838199" y="1"/>
            <a:ext cx="5396345" cy="1025236"/>
          </a:xfrm>
        </p:spPr>
        <p:txBody>
          <a:bodyPr>
            <a:normAutofit/>
          </a:bodyPr>
          <a:lstStyle/>
          <a:p>
            <a:r>
              <a:rPr lang="es-ES" sz="2400" dirty="0">
                <a:latin typeface="Abadi Extra Light" panose="020B0604020202020204" pitchFamily="34" charset="0"/>
              </a:rPr>
              <a:t>*TPA: Tasa de interés simple</a:t>
            </a:r>
            <a:br>
              <a:rPr lang="es-ES" sz="2400" dirty="0">
                <a:latin typeface="Abadi Extra Light" panose="020B0604020202020204" pitchFamily="34" charset="0"/>
              </a:rPr>
            </a:br>
            <a:r>
              <a:rPr lang="es-ES" sz="2400" dirty="0">
                <a:latin typeface="Abadi Extra Light" panose="020B0604020202020204" pitchFamily="34" charset="0"/>
              </a:rPr>
              <a:t>*TAE: Tasa anual efectiva</a:t>
            </a:r>
            <a:endParaRPr lang="es-GT" sz="2400" dirty="0">
              <a:latin typeface="Abadi Extra Light" panose="020B0604020202020204" pitchFamily="34" charset="0"/>
            </a:endParaRPr>
          </a:p>
        </p:txBody>
      </p:sp>
      <p:sp>
        <p:nvSpPr>
          <p:cNvPr id="5" name="Marcador de número de diapositiva 4">
            <a:extLst>
              <a:ext uri="{FF2B5EF4-FFF2-40B4-BE49-F238E27FC236}">
                <a16:creationId xmlns:a16="http://schemas.microsoft.com/office/drawing/2014/main" id="{3FA79B77-3BB6-CB6A-21D3-C3A4FEC7B27F}"/>
              </a:ext>
            </a:extLst>
          </p:cNvPr>
          <p:cNvSpPr>
            <a:spLocks noGrp="1"/>
          </p:cNvSpPr>
          <p:nvPr>
            <p:ph type="sldNum" sz="quarter" idx="12"/>
          </p:nvPr>
        </p:nvSpPr>
        <p:spPr/>
        <p:txBody>
          <a:bodyPr/>
          <a:lstStyle/>
          <a:p>
            <a:pPr rtl="0"/>
            <a:fld id="{B5CEABB6-07DC-46E8-9B57-56EC44A396E5}" type="slidenum">
              <a:rPr lang="es-ES" noProof="0" smtClean="0"/>
              <a:t>12</a:t>
            </a:fld>
            <a:endParaRPr lang="es-ES" noProof="0"/>
          </a:p>
        </p:txBody>
      </p:sp>
      <p:pic>
        <p:nvPicPr>
          <p:cNvPr id="9" name="Imagen 8" descr="Texto, Carta&#10;&#10;Descripción generada automáticamente">
            <a:extLst>
              <a:ext uri="{FF2B5EF4-FFF2-40B4-BE49-F238E27FC236}">
                <a16:creationId xmlns:a16="http://schemas.microsoft.com/office/drawing/2014/main" id="{0211DB03-8880-680F-CB82-0FF06ACF43AE}"/>
              </a:ext>
            </a:extLst>
          </p:cNvPr>
          <p:cNvPicPr>
            <a:picLocks noChangeAspect="1"/>
          </p:cNvPicPr>
          <p:nvPr/>
        </p:nvPicPr>
        <p:blipFill>
          <a:blip r:embed="rId2"/>
          <a:stretch>
            <a:fillRect/>
          </a:stretch>
        </p:blipFill>
        <p:spPr>
          <a:xfrm>
            <a:off x="1019175" y="1025237"/>
            <a:ext cx="10549370" cy="5331113"/>
          </a:xfrm>
          <a:prstGeom prst="rect">
            <a:avLst/>
          </a:prstGeom>
        </p:spPr>
      </p:pic>
    </p:spTree>
    <p:extLst>
      <p:ext uri="{BB962C8B-B14F-4D97-AF65-F5344CB8AC3E}">
        <p14:creationId xmlns:p14="http://schemas.microsoft.com/office/powerpoint/2010/main" val="370110864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FBFFF371-81E7-2D09-173B-AC17060FA8B8}"/>
              </a:ext>
            </a:extLst>
          </p:cNvPr>
          <p:cNvSpPr>
            <a:spLocks noGrp="1"/>
          </p:cNvSpPr>
          <p:nvPr>
            <p:ph type="sldNum" sz="quarter" idx="12"/>
          </p:nvPr>
        </p:nvSpPr>
        <p:spPr/>
        <p:txBody>
          <a:bodyPr/>
          <a:lstStyle/>
          <a:p>
            <a:pPr rtl="0"/>
            <a:fld id="{B5CEABB6-07DC-46E8-9B57-56EC44A396E5}" type="slidenum">
              <a:rPr lang="es-ES" noProof="0" smtClean="0"/>
              <a:t>13</a:t>
            </a:fld>
            <a:endParaRPr lang="es-ES" noProof="0"/>
          </a:p>
        </p:txBody>
      </p:sp>
      <p:sp>
        <p:nvSpPr>
          <p:cNvPr id="6" name="Marcador de texto 5">
            <a:extLst>
              <a:ext uri="{FF2B5EF4-FFF2-40B4-BE49-F238E27FC236}">
                <a16:creationId xmlns:a16="http://schemas.microsoft.com/office/drawing/2014/main" id="{C2D0E5B0-8DAA-C4AA-0DC7-5C4376679C36}"/>
              </a:ext>
            </a:extLst>
          </p:cNvPr>
          <p:cNvSpPr>
            <a:spLocks noGrp="1"/>
          </p:cNvSpPr>
          <p:nvPr>
            <p:ph type="body" sz="quarter" idx="13"/>
          </p:nvPr>
        </p:nvSpPr>
        <p:spPr>
          <a:xfrm>
            <a:off x="838199" y="609600"/>
            <a:ext cx="4578927" cy="4986528"/>
          </a:xfrm>
        </p:spPr>
        <p:txBody>
          <a:bodyPr>
            <a:normAutofit/>
          </a:bodyPr>
          <a:lstStyle/>
          <a:p>
            <a:pPr algn="just"/>
            <a:r>
              <a:rPr lang="es-MX" sz="2400" b="1" dirty="0"/>
              <a:t>Si una empresa normalmente mantiene un saldo positivo en la cuenta de cheques con el banco prestamista, entonces: 1)  Necesita pedir prestado menos para tener una cantidad específica de fondos disponibles para su uso y 2) El costo efectivo del préstamo será menor </a:t>
            </a:r>
            <a:endParaRPr lang="es-GT" sz="2400" b="1" dirty="0"/>
          </a:p>
        </p:txBody>
      </p:sp>
    </p:spTree>
    <p:extLst>
      <p:ext uri="{BB962C8B-B14F-4D97-AF65-F5344CB8AC3E}">
        <p14:creationId xmlns:p14="http://schemas.microsoft.com/office/powerpoint/2010/main" val="131792601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8D303D08-BF63-228E-792F-3F233352C066}"/>
              </a:ext>
            </a:extLst>
          </p:cNvPr>
          <p:cNvSpPr>
            <a:spLocks noGrp="1"/>
          </p:cNvSpPr>
          <p:nvPr>
            <p:ph type="sldNum" sz="quarter" idx="12"/>
          </p:nvPr>
        </p:nvSpPr>
        <p:spPr/>
        <p:txBody>
          <a:bodyPr/>
          <a:lstStyle/>
          <a:p>
            <a:pPr rtl="0"/>
            <a:fld id="{B5CEABB6-07DC-46E8-9B57-56EC44A396E5}" type="slidenum">
              <a:rPr lang="es-ES" noProof="0" smtClean="0"/>
              <a:t>14</a:t>
            </a:fld>
            <a:endParaRPr lang="es-ES" noProof="0"/>
          </a:p>
        </p:txBody>
      </p:sp>
      <p:sp>
        <p:nvSpPr>
          <p:cNvPr id="6" name="Marcador de texto 5">
            <a:extLst>
              <a:ext uri="{FF2B5EF4-FFF2-40B4-BE49-F238E27FC236}">
                <a16:creationId xmlns:a16="http://schemas.microsoft.com/office/drawing/2014/main" id="{088EAB1D-E711-92D9-0E04-C3D3CB7EE424}"/>
              </a:ext>
            </a:extLst>
          </p:cNvPr>
          <p:cNvSpPr>
            <a:spLocks noGrp="1"/>
          </p:cNvSpPr>
          <p:nvPr>
            <p:ph type="body" sz="quarter" idx="13"/>
          </p:nvPr>
        </p:nvSpPr>
        <p:spPr>
          <a:xfrm>
            <a:off x="838200" y="983673"/>
            <a:ext cx="4114800" cy="4612455"/>
          </a:xfrm>
        </p:spPr>
        <p:txBody>
          <a:bodyPr>
            <a:normAutofit/>
          </a:bodyPr>
          <a:lstStyle/>
          <a:p>
            <a:pPr algn="just"/>
            <a:r>
              <a:rPr lang="es-MX" sz="2400" b="1" dirty="0"/>
              <a:t>Es posible reconocer que el costo porcentual del financiamiento a corto plazo es mayor cuando los egresos en la moneda del curso legal - como los que se asocian con el interés, actividades de oficina y trámite del préstamo- son más altos o cuando los ingresos netos del préstamo son menores que el monto principal </a:t>
            </a:r>
            <a:endParaRPr lang="es-GT" sz="2400" b="1" dirty="0"/>
          </a:p>
        </p:txBody>
      </p:sp>
    </p:spTree>
    <p:extLst>
      <p:ext uri="{BB962C8B-B14F-4D97-AF65-F5344CB8AC3E}">
        <p14:creationId xmlns:p14="http://schemas.microsoft.com/office/powerpoint/2010/main" val="320844661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87C3160B-4364-368F-093A-9C87E06410D2}"/>
              </a:ext>
            </a:extLst>
          </p:cNvPr>
          <p:cNvSpPr>
            <a:spLocks noGrp="1"/>
          </p:cNvSpPr>
          <p:nvPr>
            <p:ph type="sldNum" sz="quarter" idx="12"/>
          </p:nvPr>
        </p:nvSpPr>
        <p:spPr/>
        <p:txBody>
          <a:bodyPr/>
          <a:lstStyle/>
          <a:p>
            <a:pPr rtl="0"/>
            <a:fld id="{B5CEABB6-07DC-46E8-9B57-56EC44A396E5}" type="slidenum">
              <a:rPr lang="es-ES" noProof="0" smtClean="0"/>
              <a:t>15</a:t>
            </a:fld>
            <a:endParaRPr lang="es-ES" noProof="0"/>
          </a:p>
        </p:txBody>
      </p:sp>
      <p:sp>
        <p:nvSpPr>
          <p:cNvPr id="6" name="Marcador de texto 5">
            <a:extLst>
              <a:ext uri="{FF2B5EF4-FFF2-40B4-BE49-F238E27FC236}">
                <a16:creationId xmlns:a16="http://schemas.microsoft.com/office/drawing/2014/main" id="{D306C0C4-BF28-088F-A2A8-17726597D595}"/>
              </a:ext>
            </a:extLst>
          </p:cNvPr>
          <p:cNvSpPr>
            <a:spLocks noGrp="1"/>
          </p:cNvSpPr>
          <p:nvPr>
            <p:ph type="body" sz="quarter" idx="13"/>
          </p:nvPr>
        </p:nvSpPr>
        <p:spPr>
          <a:xfrm>
            <a:off x="838200" y="789709"/>
            <a:ext cx="4114800" cy="4806419"/>
          </a:xfrm>
        </p:spPr>
        <p:txBody>
          <a:bodyPr>
            <a:normAutofit/>
          </a:bodyPr>
          <a:lstStyle/>
          <a:p>
            <a:pPr algn="just"/>
            <a:r>
              <a:rPr lang="es-MX" sz="2000" b="1" dirty="0"/>
              <a:t>Entonces, en la mayoría de los casos, la tasa de interés efectiva (costo) del financiamiento a corto plazo es mayor que su tasa de interés estipulada (cotizada).  La tasa de interés efectiva de un préstamo equivale a la tasa cotizada (simple) sólo si 1) el prestatario puede utilizar el monto principal entero solicitado en préstamo durante un año completo y 2) el único costo en moneda de curso legal asociado al préstamo es el interés cargado sobre el saldo insoluto </a:t>
            </a:r>
            <a:endParaRPr lang="es-GT" sz="2000" b="1" dirty="0"/>
          </a:p>
        </p:txBody>
      </p:sp>
    </p:spTree>
    <p:extLst>
      <p:ext uri="{BB962C8B-B14F-4D97-AF65-F5344CB8AC3E}">
        <p14:creationId xmlns:p14="http://schemas.microsoft.com/office/powerpoint/2010/main" val="163848840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1DBEA2A-D001-F504-6722-48A6974B4233}"/>
              </a:ext>
            </a:extLst>
          </p:cNvPr>
          <p:cNvSpPr>
            <a:spLocks noGrp="1"/>
          </p:cNvSpPr>
          <p:nvPr>
            <p:ph type="title"/>
          </p:nvPr>
        </p:nvSpPr>
        <p:spPr>
          <a:xfrm>
            <a:off x="838199" y="1289304"/>
            <a:ext cx="4772892" cy="3448951"/>
          </a:xfrm>
        </p:spPr>
        <p:txBody>
          <a:bodyPr>
            <a:normAutofit/>
          </a:bodyPr>
          <a:lstStyle/>
          <a:p>
            <a:r>
              <a:rPr lang="es-ES" dirty="0"/>
              <a:t>GARANTÍAS EN EL FINANCIAMIENTO A CORTO PLAZO</a:t>
            </a:r>
            <a:endParaRPr lang="es-GT" dirty="0"/>
          </a:p>
        </p:txBody>
      </p:sp>
      <p:sp>
        <p:nvSpPr>
          <p:cNvPr id="5" name="Marcador de número de diapositiva 4">
            <a:extLst>
              <a:ext uri="{FF2B5EF4-FFF2-40B4-BE49-F238E27FC236}">
                <a16:creationId xmlns:a16="http://schemas.microsoft.com/office/drawing/2014/main" id="{4ABD391D-EA2F-8ADD-07D5-C042E617A48C}"/>
              </a:ext>
            </a:extLst>
          </p:cNvPr>
          <p:cNvSpPr>
            <a:spLocks noGrp="1"/>
          </p:cNvSpPr>
          <p:nvPr>
            <p:ph type="sldNum" sz="quarter" idx="12"/>
          </p:nvPr>
        </p:nvSpPr>
        <p:spPr/>
        <p:txBody>
          <a:bodyPr/>
          <a:lstStyle/>
          <a:p>
            <a:pPr rtl="0"/>
            <a:fld id="{B5CEABB6-07DC-46E8-9B57-56EC44A396E5}" type="slidenum">
              <a:rPr lang="es-ES" noProof="0" smtClean="0"/>
              <a:t>16</a:t>
            </a:fld>
            <a:endParaRPr lang="es-ES" noProof="0"/>
          </a:p>
        </p:txBody>
      </p:sp>
    </p:spTree>
    <p:extLst>
      <p:ext uri="{BB962C8B-B14F-4D97-AF65-F5344CB8AC3E}">
        <p14:creationId xmlns:p14="http://schemas.microsoft.com/office/powerpoint/2010/main" val="410270911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2D8EDB0-B2A7-41C2-E2C0-D03980F2ADCB}"/>
              </a:ext>
            </a:extLst>
          </p:cNvPr>
          <p:cNvSpPr>
            <a:spLocks noGrp="1"/>
          </p:cNvSpPr>
          <p:nvPr>
            <p:ph type="title"/>
          </p:nvPr>
        </p:nvSpPr>
        <p:spPr>
          <a:xfrm>
            <a:off x="838200" y="136526"/>
            <a:ext cx="9621982" cy="1125346"/>
          </a:xfrm>
        </p:spPr>
        <p:txBody>
          <a:bodyPr>
            <a:normAutofit fontScale="90000"/>
          </a:bodyPr>
          <a:lstStyle/>
          <a:p>
            <a:r>
              <a:rPr lang="es-ES" cap="none" dirty="0">
                <a:latin typeface="Dreaming Outloud Script Pro" panose="03050502040304050704" pitchFamily="66" charset="0"/>
                <a:cs typeface="Dreaming Outloud Script Pro" panose="03050502040304050704" pitchFamily="66" charset="0"/>
              </a:rPr>
              <a:t>Financiamiento mediante cuentas por cobrar</a:t>
            </a:r>
            <a:endParaRPr lang="es-GT" cap="none" dirty="0">
              <a:latin typeface="Dreaming Outloud Script Pro" panose="03050502040304050704" pitchFamily="66" charset="0"/>
              <a:cs typeface="Dreaming Outloud Script Pro" panose="03050502040304050704" pitchFamily="66" charset="0"/>
            </a:endParaRPr>
          </a:p>
        </p:txBody>
      </p:sp>
      <p:sp>
        <p:nvSpPr>
          <p:cNvPr id="5" name="Marcador de número de diapositiva 4">
            <a:extLst>
              <a:ext uri="{FF2B5EF4-FFF2-40B4-BE49-F238E27FC236}">
                <a16:creationId xmlns:a16="http://schemas.microsoft.com/office/drawing/2014/main" id="{8E53CEB4-5417-BE62-A5D1-25ACB4EF51F1}"/>
              </a:ext>
            </a:extLst>
          </p:cNvPr>
          <p:cNvSpPr>
            <a:spLocks noGrp="1"/>
          </p:cNvSpPr>
          <p:nvPr>
            <p:ph type="sldNum" sz="quarter" idx="12"/>
          </p:nvPr>
        </p:nvSpPr>
        <p:spPr/>
        <p:txBody>
          <a:bodyPr/>
          <a:lstStyle/>
          <a:p>
            <a:pPr rtl="0"/>
            <a:fld id="{B5CEABB6-07DC-46E8-9B57-56EC44A396E5}" type="slidenum">
              <a:rPr lang="es-ES" noProof="0" smtClean="0"/>
              <a:t>17</a:t>
            </a:fld>
            <a:endParaRPr lang="es-ES" noProof="0"/>
          </a:p>
        </p:txBody>
      </p:sp>
      <p:sp>
        <p:nvSpPr>
          <p:cNvPr id="6" name="Marcador de texto 5">
            <a:extLst>
              <a:ext uri="{FF2B5EF4-FFF2-40B4-BE49-F238E27FC236}">
                <a16:creationId xmlns:a16="http://schemas.microsoft.com/office/drawing/2014/main" id="{0A24AFE1-7808-8528-CB59-06D6174EC6E3}"/>
              </a:ext>
            </a:extLst>
          </p:cNvPr>
          <p:cNvSpPr>
            <a:spLocks noGrp="1"/>
          </p:cNvSpPr>
          <p:nvPr>
            <p:ph type="body" sz="quarter" idx="13"/>
          </p:nvPr>
        </p:nvSpPr>
        <p:spPr>
          <a:xfrm>
            <a:off x="838199" y="1261872"/>
            <a:ext cx="4620492" cy="4334256"/>
          </a:xfrm>
        </p:spPr>
        <p:txBody>
          <a:bodyPr>
            <a:normAutofit/>
          </a:bodyPr>
          <a:lstStyle/>
          <a:p>
            <a:pPr algn="just"/>
            <a:r>
              <a:rPr lang="es-MX" sz="3200" b="1" dirty="0"/>
              <a:t>El financiamiento mediante cuentas por cobrar implica ya sea pignorar las cuentas por cobrar o vender las cuentas por cobrar (lo que se denomina factoraje )</a:t>
            </a:r>
            <a:endParaRPr lang="es-GT" sz="3200" b="1" dirty="0"/>
          </a:p>
        </p:txBody>
      </p:sp>
    </p:spTree>
    <p:extLst>
      <p:ext uri="{BB962C8B-B14F-4D97-AF65-F5344CB8AC3E}">
        <p14:creationId xmlns:p14="http://schemas.microsoft.com/office/powerpoint/2010/main" val="231540056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45892AD4-B09F-DEA5-81F1-B06B8D492F49}"/>
              </a:ext>
            </a:extLst>
          </p:cNvPr>
          <p:cNvSpPr>
            <a:spLocks noGrp="1"/>
          </p:cNvSpPr>
          <p:nvPr>
            <p:ph type="sldNum" sz="quarter" idx="12"/>
          </p:nvPr>
        </p:nvSpPr>
        <p:spPr/>
        <p:txBody>
          <a:bodyPr/>
          <a:lstStyle/>
          <a:p>
            <a:pPr rtl="0"/>
            <a:fld id="{B5CEABB6-07DC-46E8-9B57-56EC44A396E5}" type="slidenum">
              <a:rPr lang="es-ES" noProof="0" smtClean="0"/>
              <a:t>18</a:t>
            </a:fld>
            <a:endParaRPr lang="es-ES" noProof="0"/>
          </a:p>
        </p:txBody>
      </p:sp>
      <p:sp>
        <p:nvSpPr>
          <p:cNvPr id="6" name="Marcador de texto 5">
            <a:extLst>
              <a:ext uri="{FF2B5EF4-FFF2-40B4-BE49-F238E27FC236}">
                <a16:creationId xmlns:a16="http://schemas.microsoft.com/office/drawing/2014/main" id="{484668B6-BB4E-A140-5D14-8A4BD7DC7080}"/>
              </a:ext>
            </a:extLst>
          </p:cNvPr>
          <p:cNvSpPr>
            <a:spLocks noGrp="1"/>
          </p:cNvSpPr>
          <p:nvPr>
            <p:ph type="body" sz="quarter" idx="13"/>
          </p:nvPr>
        </p:nvSpPr>
        <p:spPr>
          <a:xfrm>
            <a:off x="838199" y="623455"/>
            <a:ext cx="4578927" cy="4972673"/>
          </a:xfrm>
        </p:spPr>
        <p:txBody>
          <a:bodyPr/>
          <a:lstStyle/>
          <a:p>
            <a:pPr algn="just"/>
            <a:r>
              <a:rPr lang="es-MX" sz="2800" b="1" dirty="0"/>
              <a:t>La pignoración se caracteriza por el hecho de que el prestamista no sólo tiene un derecho sobre las cuentas por cobrar, sino que también tiene un recurso sobre el prestatario. Si la persona o empresa que compró los bienes no paga, la empresa vendedora (prestatario) en vez del prestamista debe asumir la pérdida.</a:t>
            </a:r>
            <a:r>
              <a:rPr lang="es-MX" dirty="0"/>
              <a:t> </a:t>
            </a:r>
            <a:endParaRPr lang="es-GT" dirty="0"/>
          </a:p>
        </p:txBody>
      </p:sp>
    </p:spTree>
    <p:extLst>
      <p:ext uri="{BB962C8B-B14F-4D97-AF65-F5344CB8AC3E}">
        <p14:creationId xmlns:p14="http://schemas.microsoft.com/office/powerpoint/2010/main" val="256431176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DE5E17CD-4B1D-FDE5-2E7B-42F83879C6CB}"/>
              </a:ext>
            </a:extLst>
          </p:cNvPr>
          <p:cNvSpPr>
            <a:spLocks noGrp="1"/>
          </p:cNvSpPr>
          <p:nvPr>
            <p:ph type="sldNum" sz="quarter" idx="12"/>
          </p:nvPr>
        </p:nvSpPr>
        <p:spPr/>
        <p:txBody>
          <a:bodyPr/>
          <a:lstStyle/>
          <a:p>
            <a:pPr rtl="0"/>
            <a:fld id="{B5CEABB6-07DC-46E8-9B57-56EC44A396E5}" type="slidenum">
              <a:rPr lang="es-ES" noProof="0" smtClean="0"/>
              <a:t>19</a:t>
            </a:fld>
            <a:endParaRPr lang="es-ES" noProof="0"/>
          </a:p>
        </p:txBody>
      </p:sp>
      <p:sp>
        <p:nvSpPr>
          <p:cNvPr id="6" name="Marcador de texto 5">
            <a:extLst>
              <a:ext uri="{FF2B5EF4-FFF2-40B4-BE49-F238E27FC236}">
                <a16:creationId xmlns:a16="http://schemas.microsoft.com/office/drawing/2014/main" id="{0680FEB8-EE07-754B-8BAD-433B553E76FF}"/>
              </a:ext>
            </a:extLst>
          </p:cNvPr>
          <p:cNvSpPr>
            <a:spLocks noGrp="1"/>
          </p:cNvSpPr>
          <p:nvPr>
            <p:ph type="body" sz="quarter" idx="13"/>
          </p:nvPr>
        </p:nvSpPr>
        <p:spPr>
          <a:xfrm>
            <a:off x="838200" y="872836"/>
            <a:ext cx="4606636" cy="4723292"/>
          </a:xfrm>
        </p:spPr>
        <p:txBody>
          <a:bodyPr>
            <a:normAutofit/>
          </a:bodyPr>
          <a:lstStyle/>
          <a:p>
            <a:pPr algn="just"/>
            <a:r>
              <a:rPr lang="es-MX" sz="1600" b="1" dirty="0"/>
              <a:t>El factoraje o venta de las cuentas por cobrar es la compra de cuentas por parte de un prestamista (llamado factor), en general sin recurso sobre el prestatario, lo que significa que si el comprador de los bienes no paga por ellos, es el prestamista y no el vendedor de los bienes (prestatario) quien asume la pérdida. Con el factoraje, en general se notifica a los clientes de la empresa prestataria de la transferencia y se les pide que paguen de manera directa a la institución prestamista (factor). Dado que el factor asume el riesgo de incumplimiento de las cuentas incobrables, por lo regular lleva a cabo la investigación del crédito. </a:t>
            </a:r>
            <a:endParaRPr lang="es-GT" sz="1600" b="1" dirty="0"/>
          </a:p>
        </p:txBody>
      </p:sp>
    </p:spTree>
    <p:extLst>
      <p:ext uri="{BB962C8B-B14F-4D97-AF65-F5344CB8AC3E}">
        <p14:creationId xmlns:p14="http://schemas.microsoft.com/office/powerpoint/2010/main" val="172118368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2D8EDB0-B2A7-41C2-E2C0-D03980F2ADCB}"/>
              </a:ext>
            </a:extLst>
          </p:cNvPr>
          <p:cNvSpPr>
            <a:spLocks noGrp="1"/>
          </p:cNvSpPr>
          <p:nvPr>
            <p:ph type="title"/>
          </p:nvPr>
        </p:nvSpPr>
        <p:spPr>
          <a:xfrm>
            <a:off x="838200" y="136526"/>
            <a:ext cx="9621982" cy="1125346"/>
          </a:xfrm>
        </p:spPr>
        <p:txBody>
          <a:bodyPr>
            <a:normAutofit/>
          </a:bodyPr>
          <a:lstStyle/>
          <a:p>
            <a:r>
              <a:rPr lang="es-ES" cap="none" dirty="0">
                <a:latin typeface="Dreaming Outloud Script Pro" panose="03050502040304050704" pitchFamily="66" charset="0"/>
                <a:cs typeface="Dreaming Outloud Script Pro" panose="03050502040304050704" pitchFamily="66" charset="0"/>
              </a:rPr>
              <a:t>Financiamiento mediante inventarios</a:t>
            </a:r>
            <a:endParaRPr lang="es-GT" cap="none" dirty="0">
              <a:latin typeface="Dreaming Outloud Script Pro" panose="03050502040304050704" pitchFamily="66" charset="0"/>
              <a:cs typeface="Dreaming Outloud Script Pro" panose="03050502040304050704" pitchFamily="66" charset="0"/>
            </a:endParaRPr>
          </a:p>
        </p:txBody>
      </p:sp>
      <p:sp>
        <p:nvSpPr>
          <p:cNvPr id="5" name="Marcador de número de diapositiva 4">
            <a:extLst>
              <a:ext uri="{FF2B5EF4-FFF2-40B4-BE49-F238E27FC236}">
                <a16:creationId xmlns:a16="http://schemas.microsoft.com/office/drawing/2014/main" id="{8E53CEB4-5417-BE62-A5D1-25ACB4EF51F1}"/>
              </a:ext>
            </a:extLst>
          </p:cNvPr>
          <p:cNvSpPr>
            <a:spLocks noGrp="1"/>
          </p:cNvSpPr>
          <p:nvPr>
            <p:ph type="sldNum" sz="quarter" idx="12"/>
          </p:nvPr>
        </p:nvSpPr>
        <p:spPr/>
        <p:txBody>
          <a:bodyPr/>
          <a:lstStyle/>
          <a:p>
            <a:pPr rtl="0"/>
            <a:fld id="{B5CEABB6-07DC-46E8-9B57-56EC44A396E5}" type="slidenum">
              <a:rPr lang="es-ES" noProof="0" smtClean="0"/>
              <a:t>20</a:t>
            </a:fld>
            <a:endParaRPr lang="es-ES" noProof="0"/>
          </a:p>
        </p:txBody>
      </p:sp>
      <p:sp>
        <p:nvSpPr>
          <p:cNvPr id="6" name="Marcador de texto 5">
            <a:extLst>
              <a:ext uri="{FF2B5EF4-FFF2-40B4-BE49-F238E27FC236}">
                <a16:creationId xmlns:a16="http://schemas.microsoft.com/office/drawing/2014/main" id="{0A24AFE1-7808-8528-CB59-06D6174EC6E3}"/>
              </a:ext>
            </a:extLst>
          </p:cNvPr>
          <p:cNvSpPr>
            <a:spLocks noGrp="1"/>
          </p:cNvSpPr>
          <p:nvPr>
            <p:ph type="body" sz="quarter" idx="13"/>
          </p:nvPr>
        </p:nvSpPr>
        <p:spPr>
          <a:xfrm>
            <a:off x="838199" y="1261872"/>
            <a:ext cx="4620492" cy="4334256"/>
          </a:xfrm>
        </p:spPr>
        <p:txBody>
          <a:bodyPr>
            <a:normAutofit/>
          </a:bodyPr>
          <a:lstStyle/>
          <a:p>
            <a:pPr algn="just"/>
            <a:r>
              <a:rPr lang="es-MX" sz="2800" b="1" dirty="0"/>
              <a:t>Una gran cantidad de créditos están garantizados con inventarios empresariales</a:t>
            </a:r>
            <a:r>
              <a:rPr lang="es-ES" sz="2800" b="1" dirty="0"/>
              <a:t>. S</a:t>
            </a:r>
            <a:r>
              <a:rPr lang="es-MX" sz="2800" b="1" dirty="0"/>
              <a:t>i una empresa tiene un riesgo de crédito relativamente bueno</a:t>
            </a:r>
            <a:r>
              <a:rPr lang="es-ES" sz="2800" b="1" dirty="0"/>
              <a:t>,</a:t>
            </a:r>
            <a:r>
              <a:rPr lang="es-MX" sz="2800" b="1" dirty="0"/>
              <a:t> la mera existencia del inventario podría ser una base suficiente para recibir un préstamo no garantizado</a:t>
            </a:r>
            <a:r>
              <a:rPr lang="es-ES" sz="2800" b="1" dirty="0"/>
              <a:t>.</a:t>
            </a:r>
            <a:r>
              <a:rPr lang="es-MX" sz="2800" b="1" dirty="0"/>
              <a:t> </a:t>
            </a:r>
            <a:endParaRPr lang="es-GT" sz="2800" b="1" dirty="0"/>
          </a:p>
        </p:txBody>
      </p:sp>
    </p:spTree>
    <p:extLst>
      <p:ext uri="{BB962C8B-B14F-4D97-AF65-F5344CB8AC3E}">
        <p14:creationId xmlns:p14="http://schemas.microsoft.com/office/powerpoint/2010/main" val="104611723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2D8EDB0-B2A7-41C2-E2C0-D03980F2ADCB}"/>
              </a:ext>
            </a:extLst>
          </p:cNvPr>
          <p:cNvSpPr>
            <a:spLocks noGrp="1"/>
          </p:cNvSpPr>
          <p:nvPr>
            <p:ph type="title"/>
          </p:nvPr>
        </p:nvSpPr>
        <p:spPr>
          <a:xfrm>
            <a:off x="838200" y="136526"/>
            <a:ext cx="9621982" cy="1125346"/>
          </a:xfrm>
        </p:spPr>
        <p:txBody>
          <a:bodyPr>
            <a:normAutofit/>
          </a:bodyPr>
          <a:lstStyle/>
          <a:p>
            <a:r>
              <a:rPr lang="es-ES" cap="none" dirty="0">
                <a:latin typeface="Dreaming Outloud Script Pro" panose="03050502040304050704" pitchFamily="66" charset="0"/>
                <a:cs typeface="Dreaming Outloud Script Pro" panose="03050502040304050704" pitchFamily="66" charset="0"/>
              </a:rPr>
              <a:t>Financiamiento mediante inventarios</a:t>
            </a:r>
            <a:endParaRPr lang="es-GT" cap="none" dirty="0">
              <a:latin typeface="Dreaming Outloud Script Pro" panose="03050502040304050704" pitchFamily="66" charset="0"/>
              <a:cs typeface="Dreaming Outloud Script Pro" panose="03050502040304050704" pitchFamily="66" charset="0"/>
            </a:endParaRPr>
          </a:p>
        </p:txBody>
      </p:sp>
      <p:sp>
        <p:nvSpPr>
          <p:cNvPr id="5" name="Marcador de número de diapositiva 4">
            <a:extLst>
              <a:ext uri="{FF2B5EF4-FFF2-40B4-BE49-F238E27FC236}">
                <a16:creationId xmlns:a16="http://schemas.microsoft.com/office/drawing/2014/main" id="{8E53CEB4-5417-BE62-A5D1-25ACB4EF51F1}"/>
              </a:ext>
            </a:extLst>
          </p:cNvPr>
          <p:cNvSpPr>
            <a:spLocks noGrp="1"/>
          </p:cNvSpPr>
          <p:nvPr>
            <p:ph type="sldNum" sz="quarter" idx="12"/>
          </p:nvPr>
        </p:nvSpPr>
        <p:spPr/>
        <p:txBody>
          <a:bodyPr/>
          <a:lstStyle/>
          <a:p>
            <a:pPr rtl="0"/>
            <a:fld id="{B5CEABB6-07DC-46E8-9B57-56EC44A396E5}" type="slidenum">
              <a:rPr lang="es-ES" noProof="0" smtClean="0"/>
              <a:t>21</a:t>
            </a:fld>
            <a:endParaRPr lang="es-ES" noProof="0"/>
          </a:p>
        </p:txBody>
      </p:sp>
      <p:sp>
        <p:nvSpPr>
          <p:cNvPr id="6" name="Marcador de texto 5">
            <a:extLst>
              <a:ext uri="{FF2B5EF4-FFF2-40B4-BE49-F238E27FC236}">
                <a16:creationId xmlns:a16="http://schemas.microsoft.com/office/drawing/2014/main" id="{0A24AFE1-7808-8528-CB59-06D6174EC6E3}"/>
              </a:ext>
            </a:extLst>
          </p:cNvPr>
          <p:cNvSpPr>
            <a:spLocks noGrp="1"/>
          </p:cNvSpPr>
          <p:nvPr>
            <p:ph type="body" sz="quarter" idx="13"/>
          </p:nvPr>
        </p:nvSpPr>
        <p:spPr>
          <a:xfrm>
            <a:off x="838199" y="1261872"/>
            <a:ext cx="4620492" cy="4334256"/>
          </a:xfrm>
        </p:spPr>
        <p:txBody>
          <a:bodyPr>
            <a:normAutofit/>
          </a:bodyPr>
          <a:lstStyle/>
          <a:p>
            <a:pPr algn="just"/>
            <a:r>
              <a:rPr lang="es-MX" sz="2800" b="1" dirty="0"/>
              <a:t>Sin embargo, si la empresa tiene un riesgo relativamente pobre, la institución prestamista podría insistir en una garantía colateral bajo la forma de un gravamen, o derecho legal, sobre el inventario </a:t>
            </a:r>
            <a:endParaRPr lang="es-GT" sz="2800" b="1" dirty="0"/>
          </a:p>
        </p:txBody>
      </p:sp>
    </p:spTree>
    <p:extLst>
      <p:ext uri="{BB962C8B-B14F-4D97-AF65-F5344CB8AC3E}">
        <p14:creationId xmlns:p14="http://schemas.microsoft.com/office/powerpoint/2010/main" val="87404884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2D8EDB0-B2A7-41C2-E2C0-D03980F2ADCB}"/>
              </a:ext>
            </a:extLst>
          </p:cNvPr>
          <p:cNvSpPr>
            <a:spLocks noGrp="1"/>
          </p:cNvSpPr>
          <p:nvPr>
            <p:ph type="title"/>
          </p:nvPr>
        </p:nvSpPr>
        <p:spPr>
          <a:xfrm>
            <a:off x="838200" y="136526"/>
            <a:ext cx="9621982" cy="1125346"/>
          </a:xfrm>
        </p:spPr>
        <p:txBody>
          <a:bodyPr>
            <a:normAutofit/>
          </a:bodyPr>
          <a:lstStyle/>
          <a:p>
            <a:r>
              <a:rPr lang="es-ES" cap="none" dirty="0">
                <a:latin typeface="Dreaming Outloud Script Pro" panose="03050502040304050704" pitchFamily="66" charset="0"/>
                <a:cs typeface="Dreaming Outloud Script Pro" panose="03050502040304050704" pitchFamily="66" charset="0"/>
              </a:rPr>
              <a:t>Financiamiento mediante inventarios</a:t>
            </a:r>
            <a:endParaRPr lang="es-GT" cap="none" dirty="0">
              <a:latin typeface="Dreaming Outloud Script Pro" panose="03050502040304050704" pitchFamily="66" charset="0"/>
              <a:cs typeface="Dreaming Outloud Script Pro" panose="03050502040304050704" pitchFamily="66" charset="0"/>
            </a:endParaRPr>
          </a:p>
        </p:txBody>
      </p:sp>
      <p:sp>
        <p:nvSpPr>
          <p:cNvPr id="5" name="Marcador de número de diapositiva 4">
            <a:extLst>
              <a:ext uri="{FF2B5EF4-FFF2-40B4-BE49-F238E27FC236}">
                <a16:creationId xmlns:a16="http://schemas.microsoft.com/office/drawing/2014/main" id="{8E53CEB4-5417-BE62-A5D1-25ACB4EF51F1}"/>
              </a:ext>
            </a:extLst>
          </p:cNvPr>
          <p:cNvSpPr>
            <a:spLocks noGrp="1"/>
          </p:cNvSpPr>
          <p:nvPr>
            <p:ph type="sldNum" sz="quarter" idx="12"/>
          </p:nvPr>
        </p:nvSpPr>
        <p:spPr/>
        <p:txBody>
          <a:bodyPr/>
          <a:lstStyle/>
          <a:p>
            <a:pPr rtl="0"/>
            <a:fld id="{B5CEABB6-07DC-46E8-9B57-56EC44A396E5}" type="slidenum">
              <a:rPr lang="es-ES" noProof="0" smtClean="0"/>
              <a:t>22</a:t>
            </a:fld>
            <a:endParaRPr lang="es-ES" noProof="0"/>
          </a:p>
        </p:txBody>
      </p:sp>
      <p:sp>
        <p:nvSpPr>
          <p:cNvPr id="6" name="Marcador de texto 5">
            <a:extLst>
              <a:ext uri="{FF2B5EF4-FFF2-40B4-BE49-F238E27FC236}">
                <a16:creationId xmlns:a16="http://schemas.microsoft.com/office/drawing/2014/main" id="{0A24AFE1-7808-8528-CB59-06D6174EC6E3}"/>
              </a:ext>
            </a:extLst>
          </p:cNvPr>
          <p:cNvSpPr>
            <a:spLocks noGrp="1"/>
          </p:cNvSpPr>
          <p:nvPr>
            <p:ph type="body" sz="quarter" idx="13"/>
          </p:nvPr>
        </p:nvSpPr>
        <p:spPr>
          <a:xfrm>
            <a:off x="838198" y="1261872"/>
            <a:ext cx="5257801" cy="4334256"/>
          </a:xfrm>
        </p:spPr>
        <p:txBody>
          <a:bodyPr>
            <a:normAutofit fontScale="92500" lnSpcReduction="20000"/>
          </a:bodyPr>
          <a:lstStyle/>
          <a:p>
            <a:pPr marL="457200" indent="-457200" algn="just">
              <a:lnSpc>
                <a:spcPct val="100000"/>
              </a:lnSpc>
              <a:spcBef>
                <a:spcPts val="100"/>
              </a:spcBef>
              <a:buFontTx/>
              <a:buChar char="-"/>
            </a:pPr>
            <a:r>
              <a:rPr lang="es-ES" sz="4800" b="1" dirty="0">
                <a:latin typeface="Amasis MT Pro Light" panose="020B0604020202020204" pitchFamily="18" charset="0"/>
              </a:rPr>
              <a:t>Derechos prendarios ilimitados</a:t>
            </a:r>
          </a:p>
          <a:p>
            <a:pPr marL="457200" indent="-457200" algn="just">
              <a:lnSpc>
                <a:spcPct val="100000"/>
              </a:lnSpc>
              <a:spcBef>
                <a:spcPts val="100"/>
              </a:spcBef>
              <a:buFontTx/>
              <a:buChar char="-"/>
            </a:pPr>
            <a:r>
              <a:rPr lang="es-ES" sz="4800" b="1" dirty="0">
                <a:latin typeface="Amasis MT Pro Light" panose="020B0604020202020204" pitchFamily="18" charset="0"/>
              </a:rPr>
              <a:t>Recibos de fideicomiso</a:t>
            </a:r>
          </a:p>
          <a:p>
            <a:pPr marL="457200" indent="-457200" algn="just">
              <a:lnSpc>
                <a:spcPct val="100000"/>
              </a:lnSpc>
              <a:spcBef>
                <a:spcPts val="100"/>
              </a:spcBef>
              <a:buFontTx/>
              <a:buChar char="-"/>
            </a:pPr>
            <a:r>
              <a:rPr lang="es-ES" sz="4800" b="1" dirty="0">
                <a:latin typeface="Amasis MT Pro Light" panose="020B0604020202020204" pitchFamily="18" charset="0"/>
              </a:rPr>
              <a:t>Recibos de almacenaje</a:t>
            </a:r>
            <a:endParaRPr lang="es-GT" sz="4800" b="1" dirty="0">
              <a:latin typeface="Amasis MT Pro Light" panose="020B0604020202020204" pitchFamily="18" charset="0"/>
            </a:endParaRPr>
          </a:p>
        </p:txBody>
      </p:sp>
    </p:spTree>
    <p:extLst>
      <p:ext uri="{BB962C8B-B14F-4D97-AF65-F5344CB8AC3E}">
        <p14:creationId xmlns:p14="http://schemas.microsoft.com/office/powerpoint/2010/main" val="271693018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0338475-8DA9-3D13-C252-347200B34785}"/>
              </a:ext>
            </a:extLst>
          </p:cNvPr>
          <p:cNvSpPr>
            <a:spLocks noGrp="1"/>
          </p:cNvSpPr>
          <p:nvPr>
            <p:ph type="title"/>
          </p:nvPr>
        </p:nvSpPr>
        <p:spPr>
          <a:xfrm>
            <a:off x="838200" y="1289304"/>
            <a:ext cx="7585364" cy="1325563"/>
          </a:xfrm>
        </p:spPr>
        <p:txBody>
          <a:bodyPr>
            <a:normAutofit/>
          </a:bodyPr>
          <a:lstStyle/>
          <a:p>
            <a:r>
              <a:rPr lang="es-ES" dirty="0"/>
              <a:t>FINANCIAMIENTO A LARGO PLAZO</a:t>
            </a:r>
            <a:endParaRPr lang="es-GT" dirty="0"/>
          </a:p>
        </p:txBody>
      </p:sp>
      <p:sp>
        <p:nvSpPr>
          <p:cNvPr id="5" name="Marcador de número de diapositiva 4">
            <a:extLst>
              <a:ext uri="{FF2B5EF4-FFF2-40B4-BE49-F238E27FC236}">
                <a16:creationId xmlns:a16="http://schemas.microsoft.com/office/drawing/2014/main" id="{A3869108-3F9B-5B75-5C93-99433DD53B82}"/>
              </a:ext>
            </a:extLst>
          </p:cNvPr>
          <p:cNvSpPr>
            <a:spLocks noGrp="1"/>
          </p:cNvSpPr>
          <p:nvPr>
            <p:ph type="sldNum" sz="quarter" idx="12"/>
          </p:nvPr>
        </p:nvSpPr>
        <p:spPr/>
        <p:txBody>
          <a:bodyPr/>
          <a:lstStyle/>
          <a:p>
            <a:pPr rtl="0"/>
            <a:fld id="{B5CEABB6-07DC-46E8-9B57-56EC44A396E5}" type="slidenum">
              <a:rPr lang="es-ES" noProof="0" smtClean="0"/>
              <a:t>23</a:t>
            </a:fld>
            <a:endParaRPr lang="es-ES" noProof="0"/>
          </a:p>
        </p:txBody>
      </p:sp>
      <p:sp>
        <p:nvSpPr>
          <p:cNvPr id="6" name="Marcador de texto 5">
            <a:extLst>
              <a:ext uri="{FF2B5EF4-FFF2-40B4-BE49-F238E27FC236}">
                <a16:creationId xmlns:a16="http://schemas.microsoft.com/office/drawing/2014/main" id="{BF75C9C6-98C9-41B4-8CD2-A9A9C0AF00E4}"/>
              </a:ext>
            </a:extLst>
          </p:cNvPr>
          <p:cNvSpPr>
            <a:spLocks noGrp="1"/>
          </p:cNvSpPr>
          <p:nvPr>
            <p:ph type="body" sz="quarter" idx="13"/>
          </p:nvPr>
        </p:nvSpPr>
        <p:spPr/>
        <p:txBody>
          <a:bodyPr/>
          <a:lstStyle/>
          <a:p>
            <a:pPr>
              <a:lnSpc>
                <a:spcPct val="100000"/>
              </a:lnSpc>
            </a:pPr>
            <a:r>
              <a:rPr lang="es-ES" sz="5400" b="1" dirty="0"/>
              <a:t>Garantías hipotecarias</a:t>
            </a:r>
            <a:endParaRPr lang="es-GT" b="1" dirty="0"/>
          </a:p>
        </p:txBody>
      </p:sp>
    </p:spTree>
    <p:extLst>
      <p:ext uri="{BB962C8B-B14F-4D97-AF65-F5344CB8AC3E}">
        <p14:creationId xmlns:p14="http://schemas.microsoft.com/office/powerpoint/2010/main" val="170918129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Marcador de número de diapositiva 4">
            <a:extLst>
              <a:ext uri="{FF2B5EF4-FFF2-40B4-BE49-F238E27FC236}">
                <a16:creationId xmlns:a16="http://schemas.microsoft.com/office/drawing/2014/main" id="{80394E06-D07D-0194-A020-6336DA49AF44}"/>
              </a:ext>
            </a:extLst>
          </p:cNvPr>
          <p:cNvSpPr>
            <a:spLocks noGrp="1"/>
          </p:cNvSpPr>
          <p:nvPr>
            <p:ph type="sldNum" sz="quarter" idx="12"/>
          </p:nvPr>
        </p:nvSpPr>
        <p:spPr/>
        <p:txBody>
          <a:bodyPr/>
          <a:lstStyle/>
          <a:p>
            <a:pPr rtl="0"/>
            <a:fld id="{B5CEABB6-07DC-46E8-9B57-56EC44A396E5}" type="slidenum">
              <a:rPr lang="es-ES" noProof="0" smtClean="0"/>
              <a:t>24</a:t>
            </a:fld>
            <a:endParaRPr lang="es-ES" noProof="0"/>
          </a:p>
        </p:txBody>
      </p:sp>
      <p:sp>
        <p:nvSpPr>
          <p:cNvPr id="6" name="Marcador de texto 5">
            <a:extLst>
              <a:ext uri="{FF2B5EF4-FFF2-40B4-BE49-F238E27FC236}">
                <a16:creationId xmlns:a16="http://schemas.microsoft.com/office/drawing/2014/main" id="{BD2EA2CA-2984-8608-A403-AEA09361F7EE}"/>
              </a:ext>
            </a:extLst>
          </p:cNvPr>
          <p:cNvSpPr>
            <a:spLocks noGrp="1"/>
          </p:cNvSpPr>
          <p:nvPr>
            <p:ph type="body" sz="quarter" idx="13"/>
          </p:nvPr>
        </p:nvSpPr>
        <p:spPr>
          <a:xfrm>
            <a:off x="838199" y="678873"/>
            <a:ext cx="4357255" cy="3990109"/>
          </a:xfrm>
        </p:spPr>
        <p:txBody>
          <a:bodyPr>
            <a:normAutofit fontScale="70000" lnSpcReduction="20000"/>
          </a:bodyPr>
          <a:lstStyle/>
          <a:p>
            <a:pPr>
              <a:lnSpc>
                <a:spcPct val="100000"/>
              </a:lnSpc>
            </a:pPr>
            <a:r>
              <a:rPr lang="es-ES" sz="6000" b="1" dirty="0">
                <a:latin typeface="Congenial UltraLight" panose="020B0604020202020204" pitchFamily="2" charset="0"/>
              </a:rPr>
              <a:t>¿Cuándo pedir un financiamiento, cómo elegir el más adecuado y cómo determinar cuánto dinero se debe solicitar?</a:t>
            </a:r>
            <a:endParaRPr lang="es-GT" sz="6000" b="1" dirty="0">
              <a:latin typeface="Congenial UltraLight" panose="020B0604020202020204" pitchFamily="2" charset="0"/>
            </a:endParaRPr>
          </a:p>
        </p:txBody>
      </p:sp>
    </p:spTree>
    <p:extLst>
      <p:ext uri="{BB962C8B-B14F-4D97-AF65-F5344CB8AC3E}">
        <p14:creationId xmlns:p14="http://schemas.microsoft.com/office/powerpoint/2010/main" val="651080353"/>
      </p:ext>
    </p:extLst>
  </p:cSld>
  <p:clrMapOvr>
    <a:masterClrMapping/>
  </p:clrMapOvr>
</p:sld>
</file>

<file path=ppt/theme/theme1.xml><?xml version="1.0" encoding="utf-8"?>
<a:theme xmlns:a="http://schemas.openxmlformats.org/drawingml/2006/main" name="Tema de Offic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59945512_TF16411248_Win32" id="{5B274229-6D8A-4CDE-B5E6-3C621BFB50CF}" vid="{3FBBE3EF-B086-4F79-9F55-F2573AE756F5}"/>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Props1.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2.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F7069D1F-6C1F-4FA3-8CCB-EA801E558BEC}">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{C1B7FD03-C59D-41AA-AFD2-BE2409D0CC18}tf16411248_win32</Template>
  <TotalTime>214</TotalTime>
  <Words>1096</Words>
  <Application>Microsoft Office PowerPoint</Application>
  <PresentationFormat>Panorámica</PresentationFormat>
  <Paragraphs>66</Paragraphs>
  <Slides>24</Slides>
  <Notes>2</Notes>
  <HiddenSlides>0</HiddenSlides>
  <MMClips>0</MMClips>
  <ScaleCrop>false</ScaleCrop>
  <HeadingPairs>
    <vt:vector size="6" baseType="variant">
      <vt:variant>
        <vt:lpstr>Fuentes usadas</vt:lpstr>
      </vt:variant>
      <vt:variant>
        <vt:i4>8</vt:i4>
      </vt:variant>
      <vt:variant>
        <vt:lpstr>Tema</vt:lpstr>
      </vt:variant>
      <vt:variant>
        <vt:i4>1</vt:i4>
      </vt:variant>
      <vt:variant>
        <vt:lpstr>Títulos de diapositiva</vt:lpstr>
      </vt:variant>
      <vt:variant>
        <vt:i4>24</vt:i4>
      </vt:variant>
    </vt:vector>
  </HeadingPairs>
  <TitlesOfParts>
    <vt:vector size="33" baseType="lpstr">
      <vt:lpstr>Abadi Extra Light</vt:lpstr>
      <vt:lpstr>Amasis MT Pro Light</vt:lpstr>
      <vt:lpstr>Arial</vt:lpstr>
      <vt:lpstr>Avenir Next LT Pro Light</vt:lpstr>
      <vt:lpstr>Calibri</vt:lpstr>
      <vt:lpstr>Congenial UltraLight</vt:lpstr>
      <vt:lpstr>Dreaming Outloud Script Pro</vt:lpstr>
      <vt:lpstr>Posterama</vt:lpstr>
      <vt:lpstr>Tema de Office</vt:lpstr>
      <vt:lpstr>ANÁLISIS DE INVERSIONES</vt:lpstr>
      <vt:lpstr>Elección de fuentes de financiamiento</vt:lpstr>
      <vt:lpstr>FUENTES DE FINANCIAMIENTO</vt:lpstr>
      <vt:lpstr>Fuentes de financiamiento a corto plazo</vt:lpstr>
      <vt:lpstr>Presentación de PowerPoint</vt:lpstr>
      <vt:lpstr>Presentación de PowerPoint</vt:lpstr>
      <vt:lpstr>Presentación de PowerPoint</vt:lpstr>
      <vt:lpstr>CÁLCULO DEL COSTO DEL CRÉDITO COMERCIAL (CUENTAS POR PAGAR)</vt:lpstr>
      <vt:lpstr>CÁLCULO DEL COSTO DE LOS PRÉSTAMOS BANCARIOS</vt:lpstr>
      <vt:lpstr>*TPA: Tasa de interés simple *TAE: Tasa anual efectiva</vt:lpstr>
      <vt:lpstr>Préstamo con intereses descontados</vt:lpstr>
      <vt:lpstr>*TPA: Tasa de interés simple *TAE: Tasa anual efectiva</vt:lpstr>
      <vt:lpstr>Presentación de PowerPoint</vt:lpstr>
      <vt:lpstr>Presentación de PowerPoint</vt:lpstr>
      <vt:lpstr>Presentación de PowerPoint</vt:lpstr>
      <vt:lpstr>GARANTÍAS EN EL FINANCIAMIENTO A CORTO PLAZO</vt:lpstr>
      <vt:lpstr>Financiamiento mediante cuentas por cobrar</vt:lpstr>
      <vt:lpstr>Presentación de PowerPoint</vt:lpstr>
      <vt:lpstr>Presentación de PowerPoint</vt:lpstr>
      <vt:lpstr>Financiamiento mediante inventarios</vt:lpstr>
      <vt:lpstr>Financiamiento mediante inventarios</vt:lpstr>
      <vt:lpstr>Financiamiento mediante inventarios</vt:lpstr>
      <vt:lpstr>FINANCIAMIENTO A LARGO PLAZO</vt:lpstr>
      <vt:lpstr>Presentación de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ANÁLISIS DE INVERSIONES</dc:title>
  <dc:creator>MARTINEZ SOSA, PATRICIA ALEJANDRA</dc:creator>
  <cp:lastModifiedBy>MARTINEZ SOSA, PATRICIA ALEJANDRA</cp:lastModifiedBy>
  <cp:revision>13</cp:revision>
  <dcterms:created xsi:type="dcterms:W3CDTF">2022-08-08T20:41:46Z</dcterms:created>
  <dcterms:modified xsi:type="dcterms:W3CDTF">2024-04-04T22:41:26Z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