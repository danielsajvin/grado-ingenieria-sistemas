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65" r:id="rId5"/>
    <p:sldId id="259" r:id="rId6"/>
    <p:sldId id="260" r:id="rId7"/>
    <p:sldId id="261" r:id="rId8"/>
    <p:sldId id="262" r:id="rId9"/>
    <p:sldId id="263"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278DA99-1355-416C-9004-895248C55C1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BBAD781-DA25-4C47-AAE4-DDAF8D526EF3}">
      <dgm:prSet custT="1"/>
      <dgm:spPr/>
      <dgm:t>
        <a:bodyPr/>
        <a:lstStyle/>
        <a:p>
          <a:pPr>
            <a:lnSpc>
              <a:spcPct val="100000"/>
            </a:lnSpc>
          </a:pPr>
          <a:r>
            <a:rPr lang="es-MX" sz="2600" b="1" dirty="0"/>
            <a:t>El valor de una acción común es igual al valor presente de todos los flujos de efectivo futuros (dividendos) que se espera que esta proporcione durante un tiempo infinito.</a:t>
          </a:r>
          <a:endParaRPr lang="en-US" sz="2600" dirty="0"/>
        </a:p>
      </dgm:t>
    </dgm:pt>
    <dgm:pt modelId="{22A867E1-8FCF-4622-9680-9A0DAE8230C9}" type="parTrans" cxnId="{DCC4CD74-8271-4418-AED6-48F530FB7A64}">
      <dgm:prSet/>
      <dgm:spPr/>
      <dgm:t>
        <a:bodyPr/>
        <a:lstStyle/>
        <a:p>
          <a:endParaRPr lang="en-US"/>
        </a:p>
      </dgm:t>
    </dgm:pt>
    <dgm:pt modelId="{1778AB2C-11EF-4DE8-B99E-936A8E24EC2A}" type="sibTrans" cxnId="{DCC4CD74-8271-4418-AED6-48F530FB7A64}">
      <dgm:prSet/>
      <dgm:spPr/>
      <dgm:t>
        <a:bodyPr/>
        <a:lstStyle/>
        <a:p>
          <a:endParaRPr lang="en-US"/>
        </a:p>
      </dgm:t>
    </dgm:pt>
    <dgm:pt modelId="{82019D9A-0C64-49BA-BEF0-48579EA16888}">
      <dgm:prSet custT="1"/>
      <dgm:spPr/>
      <dgm:t>
        <a:bodyPr/>
        <a:lstStyle/>
        <a:p>
          <a:pPr>
            <a:lnSpc>
              <a:spcPct val="100000"/>
            </a:lnSpc>
          </a:pPr>
          <a:r>
            <a:rPr lang="es-MX" sz="2600" b="1" dirty="0"/>
            <a:t>Modelo de crecimiento cero: es el método más sencillo para la valoración de dividendos</a:t>
          </a:r>
          <a:r>
            <a:rPr lang="es-ES" sz="2600" b="1" dirty="0"/>
            <a:t>,</a:t>
          </a:r>
          <a:r>
            <a:rPr lang="es-MX" sz="2600" b="1" dirty="0"/>
            <a:t> asume una corriente constante de dividendos no crecientes</a:t>
          </a:r>
          <a:r>
            <a:rPr lang="es-ES" sz="2600" b="1" dirty="0"/>
            <a:t>.</a:t>
          </a:r>
          <a:endParaRPr lang="en-US" sz="2600" dirty="0"/>
        </a:p>
      </dgm:t>
    </dgm:pt>
    <dgm:pt modelId="{7F263BA9-94FD-4E43-B5DD-730EC62F272B}" type="parTrans" cxnId="{56EB8C80-5BE4-4497-B615-38B88CFEBF6E}">
      <dgm:prSet/>
      <dgm:spPr/>
      <dgm:t>
        <a:bodyPr/>
        <a:lstStyle/>
        <a:p>
          <a:endParaRPr lang="en-US"/>
        </a:p>
      </dgm:t>
    </dgm:pt>
    <dgm:pt modelId="{BC646643-D7E4-4E0D-BD6A-1CFD1233013E}" type="sibTrans" cxnId="{56EB8C80-5BE4-4497-B615-38B88CFEBF6E}">
      <dgm:prSet/>
      <dgm:spPr/>
      <dgm:t>
        <a:bodyPr/>
        <a:lstStyle/>
        <a:p>
          <a:endParaRPr lang="en-US"/>
        </a:p>
      </dgm:t>
    </dgm:pt>
    <dgm:pt modelId="{AE7AD853-9BF1-4389-B363-EB526B3604D3}">
      <dgm:prSet custT="1"/>
      <dgm:spPr/>
      <dgm:t>
        <a:bodyPr/>
        <a:lstStyle/>
        <a:p>
          <a:pPr>
            <a:lnSpc>
              <a:spcPct val="100000"/>
            </a:lnSpc>
          </a:pPr>
          <a:r>
            <a:rPr lang="es-ES" sz="2600" b="1" dirty="0"/>
            <a:t>M</a:t>
          </a:r>
          <a:r>
            <a:rPr lang="es-MX" sz="2600" b="1" dirty="0" err="1"/>
            <a:t>odelo</a:t>
          </a:r>
          <a:r>
            <a:rPr lang="es-MX" sz="2600" b="1" dirty="0"/>
            <a:t> de crecimiento constante</a:t>
          </a:r>
          <a:r>
            <a:rPr lang="es-ES" sz="2600" b="1" dirty="0"/>
            <a:t>: </a:t>
          </a:r>
          <a:r>
            <a:rPr lang="es-MX" sz="2600" b="1" dirty="0"/>
            <a:t>es el método para la valoración de dividendos más difundido</a:t>
          </a:r>
          <a:r>
            <a:rPr lang="es-ES" sz="2600" b="1" dirty="0"/>
            <a:t>, </a:t>
          </a:r>
          <a:r>
            <a:rPr lang="es-MX" sz="2600" b="1" dirty="0"/>
            <a:t>asume que los dividendos crecerán a una tasa constante pero a una tasa menor que retorno requerido (condición matemática necesaria para obtener el modelo</a:t>
          </a:r>
          <a:r>
            <a:rPr lang="es-ES" sz="2600" b="1" dirty="0"/>
            <a:t>).</a:t>
          </a:r>
          <a:endParaRPr lang="en-US" sz="2600" dirty="0"/>
        </a:p>
      </dgm:t>
    </dgm:pt>
    <dgm:pt modelId="{12E6A7CC-18BB-411F-A56B-81D240F2C505}" type="parTrans" cxnId="{B5B5C3EA-1AE8-45D3-98C9-9822B1E4D517}">
      <dgm:prSet/>
      <dgm:spPr/>
      <dgm:t>
        <a:bodyPr/>
        <a:lstStyle/>
        <a:p>
          <a:endParaRPr lang="en-US"/>
        </a:p>
      </dgm:t>
    </dgm:pt>
    <dgm:pt modelId="{8D687128-F5D6-4CAB-9AEB-CBEC18F43202}" type="sibTrans" cxnId="{B5B5C3EA-1AE8-45D3-98C9-9822B1E4D517}">
      <dgm:prSet/>
      <dgm:spPr/>
      <dgm:t>
        <a:bodyPr/>
        <a:lstStyle/>
        <a:p>
          <a:endParaRPr lang="en-US"/>
        </a:p>
      </dgm:t>
    </dgm:pt>
    <dgm:pt modelId="{828C0826-6A29-45A9-9537-8C73DE6AD2DD}" type="pres">
      <dgm:prSet presAssocID="{3278DA99-1355-416C-9004-895248C55C10}" presName="root" presStyleCnt="0">
        <dgm:presLayoutVars>
          <dgm:dir/>
          <dgm:resizeHandles val="exact"/>
        </dgm:presLayoutVars>
      </dgm:prSet>
      <dgm:spPr/>
    </dgm:pt>
    <dgm:pt modelId="{31EC5209-8123-4484-8659-11622DD71161}" type="pres">
      <dgm:prSet presAssocID="{FBBAD781-DA25-4C47-AAE4-DDAF8D526EF3}" presName="compNode" presStyleCnt="0"/>
      <dgm:spPr/>
    </dgm:pt>
    <dgm:pt modelId="{AE305908-0CE4-429D-8AB5-E51326BA8319}" type="pres">
      <dgm:prSet presAssocID="{FBBAD781-DA25-4C47-AAE4-DDAF8D526EF3}" presName="bgRect" presStyleLbl="bgShp" presStyleIdx="0" presStyleCnt="3"/>
      <dgm:spPr/>
    </dgm:pt>
    <dgm:pt modelId="{AFFA3639-9EFD-4DA4-AF11-BB63BF666394}" type="pres">
      <dgm:prSet presAssocID="{FBBAD781-DA25-4C47-AAE4-DDAF8D526EF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nexiones"/>
        </a:ext>
      </dgm:extLst>
    </dgm:pt>
    <dgm:pt modelId="{A683AE9F-5C35-4BCC-A4ED-795FDA81783C}" type="pres">
      <dgm:prSet presAssocID="{FBBAD781-DA25-4C47-AAE4-DDAF8D526EF3}" presName="spaceRect" presStyleCnt="0"/>
      <dgm:spPr/>
    </dgm:pt>
    <dgm:pt modelId="{00A8E659-F529-4BD4-AAB1-3E921DB51A0D}" type="pres">
      <dgm:prSet presAssocID="{FBBAD781-DA25-4C47-AAE4-DDAF8D526EF3}" presName="parTx" presStyleLbl="revTx" presStyleIdx="0" presStyleCnt="3">
        <dgm:presLayoutVars>
          <dgm:chMax val="0"/>
          <dgm:chPref val="0"/>
        </dgm:presLayoutVars>
      </dgm:prSet>
      <dgm:spPr/>
    </dgm:pt>
    <dgm:pt modelId="{8A9AFBD3-C901-4AFC-AB9B-A08581D16951}" type="pres">
      <dgm:prSet presAssocID="{1778AB2C-11EF-4DE8-B99E-936A8E24EC2A}" presName="sibTrans" presStyleCnt="0"/>
      <dgm:spPr/>
    </dgm:pt>
    <dgm:pt modelId="{CA5E6BDE-7359-4E0A-8F26-24CEDDA9E6C5}" type="pres">
      <dgm:prSet presAssocID="{82019D9A-0C64-49BA-BEF0-48579EA16888}" presName="compNode" presStyleCnt="0"/>
      <dgm:spPr/>
    </dgm:pt>
    <dgm:pt modelId="{8550E97C-03BB-4E5F-95CD-5A504291B9BE}" type="pres">
      <dgm:prSet presAssocID="{82019D9A-0C64-49BA-BEF0-48579EA16888}" presName="bgRect" presStyleLbl="bgShp" presStyleIdx="1" presStyleCnt="3"/>
      <dgm:spPr/>
    </dgm:pt>
    <dgm:pt modelId="{4E9F73AE-DFD7-4420-BB45-5DE169B66B2E}" type="pres">
      <dgm:prSet presAssocID="{82019D9A-0C64-49BA-BEF0-48579EA1688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ólar"/>
        </a:ext>
      </dgm:extLst>
    </dgm:pt>
    <dgm:pt modelId="{056E3994-3B8F-4C5E-89BB-418B1BB174B3}" type="pres">
      <dgm:prSet presAssocID="{82019D9A-0C64-49BA-BEF0-48579EA16888}" presName="spaceRect" presStyleCnt="0"/>
      <dgm:spPr/>
    </dgm:pt>
    <dgm:pt modelId="{E143FB88-93B3-4A71-BCD8-EA128C302170}" type="pres">
      <dgm:prSet presAssocID="{82019D9A-0C64-49BA-BEF0-48579EA16888}" presName="parTx" presStyleLbl="revTx" presStyleIdx="1" presStyleCnt="3">
        <dgm:presLayoutVars>
          <dgm:chMax val="0"/>
          <dgm:chPref val="0"/>
        </dgm:presLayoutVars>
      </dgm:prSet>
      <dgm:spPr/>
    </dgm:pt>
    <dgm:pt modelId="{FB9D4E20-82D8-4E6F-86EA-27895F9EFC1D}" type="pres">
      <dgm:prSet presAssocID="{BC646643-D7E4-4E0D-BD6A-1CFD1233013E}" presName="sibTrans" presStyleCnt="0"/>
      <dgm:spPr/>
    </dgm:pt>
    <dgm:pt modelId="{5BC819ED-8BE1-47FC-A613-736CF72F5178}" type="pres">
      <dgm:prSet presAssocID="{AE7AD853-9BF1-4389-B363-EB526B3604D3}" presName="compNode" presStyleCnt="0"/>
      <dgm:spPr/>
    </dgm:pt>
    <dgm:pt modelId="{6F3B3C4E-CDCB-4BC3-8681-1BCA5549171D}" type="pres">
      <dgm:prSet presAssocID="{AE7AD853-9BF1-4389-B363-EB526B3604D3}" presName="bgRect" presStyleLbl="bgShp" presStyleIdx="2" presStyleCnt="3"/>
      <dgm:spPr/>
    </dgm:pt>
    <dgm:pt modelId="{8B0A166B-C4E6-4796-9362-28FECE032F0B}" type="pres">
      <dgm:prSet presAssocID="{AE7AD853-9BF1-4389-B363-EB526B3604D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usiness Growth"/>
        </a:ext>
      </dgm:extLst>
    </dgm:pt>
    <dgm:pt modelId="{9692C523-A796-4182-9F5D-FA1D35DCA90E}" type="pres">
      <dgm:prSet presAssocID="{AE7AD853-9BF1-4389-B363-EB526B3604D3}" presName="spaceRect" presStyleCnt="0"/>
      <dgm:spPr/>
    </dgm:pt>
    <dgm:pt modelId="{9D9293A6-2F17-4BD0-A0A4-F34993D15F1D}" type="pres">
      <dgm:prSet presAssocID="{AE7AD853-9BF1-4389-B363-EB526B3604D3}" presName="parTx" presStyleLbl="revTx" presStyleIdx="2" presStyleCnt="3">
        <dgm:presLayoutVars>
          <dgm:chMax val="0"/>
          <dgm:chPref val="0"/>
        </dgm:presLayoutVars>
      </dgm:prSet>
      <dgm:spPr/>
    </dgm:pt>
  </dgm:ptLst>
  <dgm:cxnLst>
    <dgm:cxn modelId="{151D351B-BC5B-45F4-91C1-8763BB18A8F1}" type="presOf" srcId="{FBBAD781-DA25-4C47-AAE4-DDAF8D526EF3}" destId="{00A8E659-F529-4BD4-AAB1-3E921DB51A0D}" srcOrd="0" destOrd="0" presId="urn:microsoft.com/office/officeart/2018/2/layout/IconVerticalSolidList"/>
    <dgm:cxn modelId="{D5F6133F-5EBB-4917-B45A-1F4E0477E275}" type="presOf" srcId="{AE7AD853-9BF1-4389-B363-EB526B3604D3}" destId="{9D9293A6-2F17-4BD0-A0A4-F34993D15F1D}" srcOrd="0" destOrd="0" presId="urn:microsoft.com/office/officeart/2018/2/layout/IconVerticalSolidList"/>
    <dgm:cxn modelId="{DCC4CD74-8271-4418-AED6-48F530FB7A64}" srcId="{3278DA99-1355-416C-9004-895248C55C10}" destId="{FBBAD781-DA25-4C47-AAE4-DDAF8D526EF3}" srcOrd="0" destOrd="0" parTransId="{22A867E1-8FCF-4622-9680-9A0DAE8230C9}" sibTransId="{1778AB2C-11EF-4DE8-B99E-936A8E24EC2A}"/>
    <dgm:cxn modelId="{56EB8C80-5BE4-4497-B615-38B88CFEBF6E}" srcId="{3278DA99-1355-416C-9004-895248C55C10}" destId="{82019D9A-0C64-49BA-BEF0-48579EA16888}" srcOrd="1" destOrd="0" parTransId="{7F263BA9-94FD-4E43-B5DD-730EC62F272B}" sibTransId="{BC646643-D7E4-4E0D-BD6A-1CFD1233013E}"/>
    <dgm:cxn modelId="{6117A2A7-E9EE-48EB-9861-7A2D8AC9AA94}" type="presOf" srcId="{82019D9A-0C64-49BA-BEF0-48579EA16888}" destId="{E143FB88-93B3-4A71-BCD8-EA128C302170}" srcOrd="0" destOrd="0" presId="urn:microsoft.com/office/officeart/2018/2/layout/IconVerticalSolidList"/>
    <dgm:cxn modelId="{F66B05E2-0576-4774-A2B6-DDCB8935E663}" type="presOf" srcId="{3278DA99-1355-416C-9004-895248C55C10}" destId="{828C0826-6A29-45A9-9537-8C73DE6AD2DD}" srcOrd="0" destOrd="0" presId="urn:microsoft.com/office/officeart/2018/2/layout/IconVerticalSolidList"/>
    <dgm:cxn modelId="{B5B5C3EA-1AE8-45D3-98C9-9822B1E4D517}" srcId="{3278DA99-1355-416C-9004-895248C55C10}" destId="{AE7AD853-9BF1-4389-B363-EB526B3604D3}" srcOrd="2" destOrd="0" parTransId="{12E6A7CC-18BB-411F-A56B-81D240F2C505}" sibTransId="{8D687128-F5D6-4CAB-9AEB-CBEC18F43202}"/>
    <dgm:cxn modelId="{C40ABF75-B48B-4969-8FD9-54E4E4A76F03}" type="presParOf" srcId="{828C0826-6A29-45A9-9537-8C73DE6AD2DD}" destId="{31EC5209-8123-4484-8659-11622DD71161}" srcOrd="0" destOrd="0" presId="urn:microsoft.com/office/officeart/2018/2/layout/IconVerticalSolidList"/>
    <dgm:cxn modelId="{F8ECD01D-297D-4E72-A40F-AA3ACED47FEC}" type="presParOf" srcId="{31EC5209-8123-4484-8659-11622DD71161}" destId="{AE305908-0CE4-429D-8AB5-E51326BA8319}" srcOrd="0" destOrd="0" presId="urn:microsoft.com/office/officeart/2018/2/layout/IconVerticalSolidList"/>
    <dgm:cxn modelId="{491ADDB5-46CA-478E-B0BB-0B12B72F2B31}" type="presParOf" srcId="{31EC5209-8123-4484-8659-11622DD71161}" destId="{AFFA3639-9EFD-4DA4-AF11-BB63BF666394}" srcOrd="1" destOrd="0" presId="urn:microsoft.com/office/officeart/2018/2/layout/IconVerticalSolidList"/>
    <dgm:cxn modelId="{881EC290-8259-4579-A7EA-B4DB7DB57AD8}" type="presParOf" srcId="{31EC5209-8123-4484-8659-11622DD71161}" destId="{A683AE9F-5C35-4BCC-A4ED-795FDA81783C}" srcOrd="2" destOrd="0" presId="urn:microsoft.com/office/officeart/2018/2/layout/IconVerticalSolidList"/>
    <dgm:cxn modelId="{188C1FC5-4485-4592-99BA-C65C2F8AEBCD}" type="presParOf" srcId="{31EC5209-8123-4484-8659-11622DD71161}" destId="{00A8E659-F529-4BD4-AAB1-3E921DB51A0D}" srcOrd="3" destOrd="0" presId="urn:microsoft.com/office/officeart/2018/2/layout/IconVerticalSolidList"/>
    <dgm:cxn modelId="{609F0F55-E160-4503-9BD0-0A5A96E48B57}" type="presParOf" srcId="{828C0826-6A29-45A9-9537-8C73DE6AD2DD}" destId="{8A9AFBD3-C901-4AFC-AB9B-A08581D16951}" srcOrd="1" destOrd="0" presId="urn:microsoft.com/office/officeart/2018/2/layout/IconVerticalSolidList"/>
    <dgm:cxn modelId="{8D1A5DC3-8E0A-49A5-893B-B3D8433A3ACC}" type="presParOf" srcId="{828C0826-6A29-45A9-9537-8C73DE6AD2DD}" destId="{CA5E6BDE-7359-4E0A-8F26-24CEDDA9E6C5}" srcOrd="2" destOrd="0" presId="urn:microsoft.com/office/officeart/2018/2/layout/IconVerticalSolidList"/>
    <dgm:cxn modelId="{63FF9906-8A7E-4D37-B73D-D356EDB7BA92}" type="presParOf" srcId="{CA5E6BDE-7359-4E0A-8F26-24CEDDA9E6C5}" destId="{8550E97C-03BB-4E5F-95CD-5A504291B9BE}" srcOrd="0" destOrd="0" presId="urn:microsoft.com/office/officeart/2018/2/layout/IconVerticalSolidList"/>
    <dgm:cxn modelId="{B2E11874-291F-4CC7-BD39-816F5264C6BC}" type="presParOf" srcId="{CA5E6BDE-7359-4E0A-8F26-24CEDDA9E6C5}" destId="{4E9F73AE-DFD7-4420-BB45-5DE169B66B2E}" srcOrd="1" destOrd="0" presId="urn:microsoft.com/office/officeart/2018/2/layout/IconVerticalSolidList"/>
    <dgm:cxn modelId="{4C956135-9CEB-4E35-85A8-08BED7A4DD52}" type="presParOf" srcId="{CA5E6BDE-7359-4E0A-8F26-24CEDDA9E6C5}" destId="{056E3994-3B8F-4C5E-89BB-418B1BB174B3}" srcOrd="2" destOrd="0" presId="urn:microsoft.com/office/officeart/2018/2/layout/IconVerticalSolidList"/>
    <dgm:cxn modelId="{52A12040-B0A8-4CAA-BC18-0B82D9DBA6E8}" type="presParOf" srcId="{CA5E6BDE-7359-4E0A-8F26-24CEDDA9E6C5}" destId="{E143FB88-93B3-4A71-BCD8-EA128C302170}" srcOrd="3" destOrd="0" presId="urn:microsoft.com/office/officeart/2018/2/layout/IconVerticalSolidList"/>
    <dgm:cxn modelId="{F465A0E6-D21C-4D52-9828-59EEB40A2ED1}" type="presParOf" srcId="{828C0826-6A29-45A9-9537-8C73DE6AD2DD}" destId="{FB9D4E20-82D8-4E6F-86EA-27895F9EFC1D}" srcOrd="3" destOrd="0" presId="urn:microsoft.com/office/officeart/2018/2/layout/IconVerticalSolidList"/>
    <dgm:cxn modelId="{273C0F97-6BA6-4DF8-83B2-EFD5F2762E3F}" type="presParOf" srcId="{828C0826-6A29-45A9-9537-8C73DE6AD2DD}" destId="{5BC819ED-8BE1-47FC-A613-736CF72F5178}" srcOrd="4" destOrd="0" presId="urn:microsoft.com/office/officeart/2018/2/layout/IconVerticalSolidList"/>
    <dgm:cxn modelId="{155C271C-AABE-444D-A87D-4F1DD6F0DBF5}" type="presParOf" srcId="{5BC819ED-8BE1-47FC-A613-736CF72F5178}" destId="{6F3B3C4E-CDCB-4BC3-8681-1BCA5549171D}" srcOrd="0" destOrd="0" presId="urn:microsoft.com/office/officeart/2018/2/layout/IconVerticalSolidList"/>
    <dgm:cxn modelId="{06F8F6C5-FC49-40AB-9487-8783E5F33B79}" type="presParOf" srcId="{5BC819ED-8BE1-47FC-A613-736CF72F5178}" destId="{8B0A166B-C4E6-4796-9362-28FECE032F0B}" srcOrd="1" destOrd="0" presId="urn:microsoft.com/office/officeart/2018/2/layout/IconVerticalSolidList"/>
    <dgm:cxn modelId="{E9174741-1BDA-4F98-83D6-92A036013713}" type="presParOf" srcId="{5BC819ED-8BE1-47FC-A613-736CF72F5178}" destId="{9692C523-A796-4182-9F5D-FA1D35DCA90E}" srcOrd="2" destOrd="0" presId="urn:microsoft.com/office/officeart/2018/2/layout/IconVerticalSolidList"/>
    <dgm:cxn modelId="{61FA0D11-8ABF-46D8-BD27-EDF14784F080}" type="presParOf" srcId="{5BC819ED-8BE1-47FC-A613-736CF72F5178}" destId="{9D9293A6-2F17-4BD0-A0A4-F34993D15F1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305908-0CE4-429D-8AB5-E51326BA8319}">
      <dsp:nvSpPr>
        <dsp:cNvPr id="0" name=""/>
        <dsp:cNvSpPr/>
      </dsp:nvSpPr>
      <dsp:spPr>
        <a:xfrm>
          <a:off x="0" y="2594"/>
          <a:ext cx="10515600" cy="124015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FA3639-9EFD-4DA4-AF11-BB63BF666394}">
      <dsp:nvSpPr>
        <dsp:cNvPr id="0" name=""/>
        <dsp:cNvSpPr/>
      </dsp:nvSpPr>
      <dsp:spPr>
        <a:xfrm>
          <a:off x="375145" y="281628"/>
          <a:ext cx="682750" cy="6820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A8E659-F529-4BD4-AAB1-3E921DB51A0D}">
      <dsp:nvSpPr>
        <dsp:cNvPr id="0" name=""/>
        <dsp:cNvSpPr/>
      </dsp:nvSpPr>
      <dsp:spPr>
        <a:xfrm>
          <a:off x="1433041" y="2594"/>
          <a:ext cx="8930722" cy="1241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378" tIns="131378" rIns="131378" bIns="131378" numCol="1" spcCol="1270" anchor="ctr" anchorCtr="0">
          <a:noAutofit/>
        </a:bodyPr>
        <a:lstStyle/>
        <a:p>
          <a:pPr marL="0" lvl="0" indent="0" algn="l" defTabSz="1155700">
            <a:lnSpc>
              <a:spcPct val="100000"/>
            </a:lnSpc>
            <a:spcBef>
              <a:spcPct val="0"/>
            </a:spcBef>
            <a:spcAft>
              <a:spcPct val="35000"/>
            </a:spcAft>
            <a:buNone/>
          </a:pPr>
          <a:r>
            <a:rPr lang="es-MX" sz="2600" b="1" kern="1200" dirty="0"/>
            <a:t>El valor de una acción común es igual al valor presente de todos los flujos de efectivo futuros (dividendos) que se espera que esta proporcione durante un tiempo infinito.</a:t>
          </a:r>
          <a:endParaRPr lang="en-US" sz="2600" kern="1200" dirty="0"/>
        </a:p>
      </dsp:txBody>
      <dsp:txXfrm>
        <a:off x="1433041" y="2594"/>
        <a:ext cx="8930722" cy="1241363"/>
      </dsp:txXfrm>
    </dsp:sp>
    <dsp:sp modelId="{8550E97C-03BB-4E5F-95CD-5A504291B9BE}">
      <dsp:nvSpPr>
        <dsp:cNvPr id="0" name=""/>
        <dsp:cNvSpPr/>
      </dsp:nvSpPr>
      <dsp:spPr>
        <a:xfrm>
          <a:off x="0" y="1505298"/>
          <a:ext cx="10515600" cy="124015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9F73AE-DFD7-4420-BB45-5DE169B66B2E}">
      <dsp:nvSpPr>
        <dsp:cNvPr id="0" name=""/>
        <dsp:cNvSpPr/>
      </dsp:nvSpPr>
      <dsp:spPr>
        <a:xfrm>
          <a:off x="375145" y="1784332"/>
          <a:ext cx="682750" cy="6820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43FB88-93B3-4A71-BCD8-EA128C302170}">
      <dsp:nvSpPr>
        <dsp:cNvPr id="0" name=""/>
        <dsp:cNvSpPr/>
      </dsp:nvSpPr>
      <dsp:spPr>
        <a:xfrm>
          <a:off x="1433041" y="1505298"/>
          <a:ext cx="8930722" cy="1241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378" tIns="131378" rIns="131378" bIns="131378" numCol="1" spcCol="1270" anchor="ctr" anchorCtr="0">
          <a:noAutofit/>
        </a:bodyPr>
        <a:lstStyle/>
        <a:p>
          <a:pPr marL="0" lvl="0" indent="0" algn="l" defTabSz="1155700">
            <a:lnSpc>
              <a:spcPct val="100000"/>
            </a:lnSpc>
            <a:spcBef>
              <a:spcPct val="0"/>
            </a:spcBef>
            <a:spcAft>
              <a:spcPct val="35000"/>
            </a:spcAft>
            <a:buNone/>
          </a:pPr>
          <a:r>
            <a:rPr lang="es-MX" sz="2600" b="1" kern="1200" dirty="0"/>
            <a:t>Modelo de crecimiento cero: es el método más sencillo para la valoración de dividendos</a:t>
          </a:r>
          <a:r>
            <a:rPr lang="es-ES" sz="2600" b="1" kern="1200" dirty="0"/>
            <a:t>,</a:t>
          </a:r>
          <a:r>
            <a:rPr lang="es-MX" sz="2600" b="1" kern="1200" dirty="0"/>
            <a:t> asume una corriente constante de dividendos no crecientes</a:t>
          </a:r>
          <a:r>
            <a:rPr lang="es-ES" sz="2600" b="1" kern="1200" dirty="0"/>
            <a:t>.</a:t>
          </a:r>
          <a:endParaRPr lang="en-US" sz="2600" kern="1200" dirty="0"/>
        </a:p>
      </dsp:txBody>
      <dsp:txXfrm>
        <a:off x="1433041" y="1505298"/>
        <a:ext cx="8930722" cy="1241363"/>
      </dsp:txXfrm>
    </dsp:sp>
    <dsp:sp modelId="{6F3B3C4E-CDCB-4BC3-8681-1BCA5549171D}">
      <dsp:nvSpPr>
        <dsp:cNvPr id="0" name=""/>
        <dsp:cNvSpPr/>
      </dsp:nvSpPr>
      <dsp:spPr>
        <a:xfrm>
          <a:off x="0" y="3008001"/>
          <a:ext cx="10515600" cy="124015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0A166B-C4E6-4796-9362-28FECE032F0B}">
      <dsp:nvSpPr>
        <dsp:cNvPr id="0" name=""/>
        <dsp:cNvSpPr/>
      </dsp:nvSpPr>
      <dsp:spPr>
        <a:xfrm>
          <a:off x="375512" y="3287035"/>
          <a:ext cx="682750" cy="68208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9293A6-2F17-4BD0-A0A4-F34993D15F1D}">
      <dsp:nvSpPr>
        <dsp:cNvPr id="0" name=""/>
        <dsp:cNvSpPr/>
      </dsp:nvSpPr>
      <dsp:spPr>
        <a:xfrm>
          <a:off x="1433775" y="3008001"/>
          <a:ext cx="8930722" cy="1241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378" tIns="131378" rIns="131378" bIns="131378" numCol="1" spcCol="1270" anchor="ctr" anchorCtr="0">
          <a:noAutofit/>
        </a:bodyPr>
        <a:lstStyle/>
        <a:p>
          <a:pPr marL="0" lvl="0" indent="0" algn="l" defTabSz="1155700">
            <a:lnSpc>
              <a:spcPct val="100000"/>
            </a:lnSpc>
            <a:spcBef>
              <a:spcPct val="0"/>
            </a:spcBef>
            <a:spcAft>
              <a:spcPct val="35000"/>
            </a:spcAft>
            <a:buNone/>
          </a:pPr>
          <a:r>
            <a:rPr lang="es-ES" sz="2600" b="1" kern="1200" dirty="0"/>
            <a:t>M</a:t>
          </a:r>
          <a:r>
            <a:rPr lang="es-MX" sz="2600" b="1" kern="1200" dirty="0" err="1"/>
            <a:t>odelo</a:t>
          </a:r>
          <a:r>
            <a:rPr lang="es-MX" sz="2600" b="1" kern="1200" dirty="0"/>
            <a:t> de crecimiento constante</a:t>
          </a:r>
          <a:r>
            <a:rPr lang="es-ES" sz="2600" b="1" kern="1200" dirty="0"/>
            <a:t>: </a:t>
          </a:r>
          <a:r>
            <a:rPr lang="es-MX" sz="2600" b="1" kern="1200" dirty="0"/>
            <a:t>es el método para la valoración de dividendos más difundido</a:t>
          </a:r>
          <a:r>
            <a:rPr lang="es-ES" sz="2600" b="1" kern="1200" dirty="0"/>
            <a:t>, </a:t>
          </a:r>
          <a:r>
            <a:rPr lang="es-MX" sz="2600" b="1" kern="1200" dirty="0"/>
            <a:t>asume que los dividendos crecerán a una tasa constante pero a una tasa menor que retorno requerido (condición matemática necesaria para obtener el modelo</a:t>
          </a:r>
          <a:r>
            <a:rPr lang="es-ES" sz="2600" b="1" kern="1200" dirty="0"/>
            <a:t>).</a:t>
          </a:r>
          <a:endParaRPr lang="en-US" sz="2600" kern="1200" dirty="0"/>
        </a:p>
      </dsp:txBody>
      <dsp:txXfrm>
        <a:off x="1433775" y="3008001"/>
        <a:ext cx="8930722" cy="124136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04:32.040"/>
    </inkml:context>
    <inkml:brush xml:id="br0">
      <inkml:brushProperty name="width" value="0.05" units="cm"/>
      <inkml:brushProperty name="height" value="0.05" units="cm"/>
    </inkml:brush>
  </inkml:definitions>
  <inkml:trace contextRef="#ctx0" brushRef="#br0">1 713 24575,'0'4'0,"1"-1"0,-1 1 0,1 0 0,0-1 0,0 1 0,1-1 0,-1 1 0,1-1 0,0 0 0,0 1 0,0-1 0,0 0 0,0 0 0,5 4 0,22 35 0,108 156-1417,120 182-5132,126 208 5523,-358-549 937,191 294 1030,-183-274 6373,5 8-6488,-20-38-826,-1 1 0,-2 1 0,12 33 0,-14-32 0,0-1 0,2-1 0,26 39 0,82 127 0,-97-138 0,7 12 0,181 295 0,-175-290 0,-29-54 0,0-1 0,2 0 0,0-1 0,16 19 0,-5-8 0,-1 0 0,-2 2 0,20 41 0,-35-65 0,11 18 0,0-2 0,32 36 0,-25-33 0,25 40 0,20 37 0,-31-49 0,52 102 0,-79-136 0,0-1 0,2 0 0,0 0 0,1-1 0,29 31 0,-30-36 0,0 2 0,15 25 0,-20-29 0,0 0 0,0-1 0,1 0 0,1-1 0,0 0 0,18 16 0,-26-25 0,-1 0 0,1 0 0,0-1 0,-1 1 0,1 0 0,0-1 0,0 1 0,-1-1 0,1 1 0,0-1 0,0 1 0,0-1 0,0 1 0,0-1 0,0 0 0,0 0 0,0 1 0,0-1 0,0 0 0,0 0 0,0 0 0,0 0 0,0 0 0,0 0 0,0 0 0,-1-1 0,1 1 0,0 0 0,0 0 0,0-1 0,0 1 0,0-1 0,0 1 0,0 0 0,0-1 0,-1 0 0,1 1 0,0-1 0,0 0 0,-1 1 0,1-1 0,0 0 0,-1 0 0,1 1 0,-1-1 0,1 0 0,-1 0 0,1 0 0,-1 0 0,0 0 0,0 0 0,1 0 0,-1 0 0,0 0 0,0 0 0,0 0 0,0 0 0,0 1 0,0-1 0,0 0 0,0-2 0,0-7 0,1-1 0,-2 0 0,0 0 0,-2-11 0,-19-165 0,15 114 0,-12-48 0,10 74 0,-5-78 0,14 46 0,0 36 0,-1-1 0,-13-81 0,-15-59 0,7 34 0,12 80 0,5 37 0,-13-55 0,8 47 0,-6-49 0,0-3 0,7 43 0,-3-69 0,8 66 0,-12-59 0,7 54 0,2-1 0,2-111 0,0-1 0,-14 25 0,9 84 0,-1-63 0,10-334 0,3 214 0,-5 203 0,-1 1 0,-11-51 0,6 47 0,-4-73 0,12 58 0,1 19 0,-2-1 0,-10-64 0,-40-119 0,49 215 0,-9-41 0,-3 0 0,-25-56 0,37 101 0,0 1 0,1 0 0,0-1 0,0 0 0,1 1 0,0-1 0,0 0 0,0 0 0,0 0 0,1 1 0,0-1 0,0 0 0,2-7 0,-1 10 0,0 0 0,0 0 0,1 0 0,0 0 0,-1 1 0,1-1 0,0 0 0,0 1 0,0-1 0,1 1 0,-1 0 0,0 0 0,1 0 0,0 0 0,-1 0 0,1 1 0,0-1 0,0 1 0,0-1 0,0 1 0,0 0 0,0 1 0,0-1 0,1 0 0,4 0 0,13-1 0,1 1 0,-1 0 0,1 2 0,-1 0 0,1 1 0,-1 2 0,0 0 0,36 12 0,-3-6 0,0-2 0,0-3 0,0-2 0,90-6 0,-39 0 0,-39 3 0,0 2 0,116 20 0,-133-15 0,63 2 0,-66-7 0,78 14 0,-33-2 0,1-4 0,-1-5 0,130-7 0,-69 0 0,900 2 0,-672-30 0,-290 20 0,45-6 0,-18 1 0,132 0 0,-136 17 0,10 1 0,209-22 0,-124-1 0,344 11 0,-312 12 0,510-3-1365,-723 0-5461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04:35.588"/>
    </inkml:context>
    <inkml:brush xml:id="br0">
      <inkml:brushProperty name="width" value="0.05" units="cm"/>
      <inkml:brushProperty name="height" value="0.05" units="cm"/>
    </inkml:brush>
  </inkml:definitions>
  <inkml:trace contextRef="#ctx0" brushRef="#br0">1 167 24575,'1583'0'0,"-1526"-3"0,-1-2 0,57-14 0,-51 8 0,89-26 0,-105 23 0,87-13 0,-19 13 0,36-5 0,156 1 0,256 20 0,-530 0 0,-1 2 0,1 1 0,42 12 0,-32-7 0,19 11-1365,-35-11-5461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04:42.775"/>
    </inkml:context>
    <inkml:brush xml:id="br0">
      <inkml:brushProperty name="width" value="0.05" units="cm"/>
      <inkml:brushProperty name="height" value="0.05" units="cm"/>
    </inkml:brush>
  </inkml:definitions>
  <inkml:trace contextRef="#ctx0" brushRef="#br0">0 49 24575,'1'33'0,"2"-1"0,1 0 0,13 50 0,-10-38 0,-2 0 0,-1 1 0,-5 69 0,4 45 0,7-117 0,0-32 0,-9-10 0,-1-1 0,1 1 0,0-1 0,-1 1 0,1-1 0,0 0 0,-1 1 0,1-1 0,-1 0 0,1 1 0,-1-1 0,1 0 0,-1 0 0,0 0 0,1 1 0,-1-1 0,0 0 0,0 0 0,1 0 0,-1 0 0,0-1 0,6-35 0,-1 0 0,-2 0 0,-1-1 0,-6-59 0,2 15 0,1 55 0,2 1 0,0 0 0,2 0 0,1 0 0,14-48 0,-16 67 0,1-1 0,0 1 0,0 0 0,1 0 0,0 0 0,0 1 0,1-1 0,0 1 0,0 0 0,0 0 0,1 1 0,-1-1 0,1 1 0,1 1 0,-1-1 0,1 1 0,0 0 0,0 1 0,0-1 0,0 1 0,0 1 0,1-1 0,15-2 0,-3 2 0,1 0 0,0 1 0,0 1 0,-1 1 0,25 3 0,-41-2 0,1-1 0,-1 1 0,1 0 0,0 0 0,-1 0 0,0 1 0,1 0 0,-1 0 0,0 0 0,0 0 0,0 1 0,0-1 0,0 1 0,0 0 0,-1 0 0,0 1 0,1-1 0,-1 1 0,-1-1 0,1 1 0,0 0 0,-1 0 0,0 0 0,0 1 0,0-1 0,0 0 0,-1 1 0,2 5 0,7 47 0,65 268 0,-65-292-455,-2 1 0,8 59 0,-13-57-6371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04:46.751"/>
    </inkml:context>
    <inkml:brush xml:id="br0">
      <inkml:brushProperty name="width" value="0.05" units="cm"/>
      <inkml:brushProperty name="height" value="0.05" units="cm"/>
    </inkml:brush>
  </inkml:definitions>
  <inkml:trace contextRef="#ctx0" brushRef="#br0">0 1 24575,'0'1461'-1365,"0"-1426"-5461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04:48.511"/>
    </inkml:context>
    <inkml:brush xml:id="br0">
      <inkml:brushProperty name="width" value="0.05" units="cm"/>
      <inkml:brushProperty name="height" value="0.05" units="cm"/>
    </inkml:brush>
  </inkml:definitions>
  <inkml:trace contextRef="#ctx0" brushRef="#br0">0 126 24575,'45'-2'0,"82"-15"0,2-1 0,67-4 0,-103 9 0,98 0 0,-154 12 0,0-2 0,0-1 0,50-12 0,-57 11-682,47-5-1,-44 9-6143</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04:50.654"/>
    </inkml:context>
    <inkml:brush xml:id="br0">
      <inkml:brushProperty name="width" value="0.05" units="cm"/>
      <inkml:brushProperty name="height" value="0.05" units="cm"/>
    </inkml:brush>
  </inkml:definitions>
  <inkml:trace contextRef="#ctx0" brushRef="#br0">1 127 24575,'10'-1'0,"0"-1"0,0 1 0,0-2 0,-1 1 0,17-7 0,26-7 0,279-35 0,-243 33 0,-60 11 0,0 1 0,38-3 0,192 8 43,-143 2-1451,-79-1-5418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04:53.704"/>
    </inkml:context>
    <inkml:brush xml:id="br0">
      <inkml:brushProperty name="width" value="0.05" units="cm"/>
      <inkml:brushProperty name="height" value="0.05" units="cm"/>
    </inkml:brush>
  </inkml:definitions>
  <inkml:trace contextRef="#ctx0" brushRef="#br0">86 0 24575,'-3'70'0,"-15"81"0,0 12 0,13 259 0,6-264 0,-3-123 0,-1 0 0,-12 52 0,6-45 0,-2 47 0,8 252 55,5-182-1475,-2-124-5406</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04:58.195"/>
    </inkml:context>
    <inkml:brush xml:id="br0">
      <inkml:brushProperty name="width" value="0.05" units="cm"/>
      <inkml:brushProperty name="height" value="0.05" units="cm"/>
    </inkml:brush>
  </inkml:definitions>
  <inkml:trace contextRef="#ctx0" brushRef="#br0">1 89 24575,'42'-3'0,"1"-1"0,-1-3 0,0-1 0,68-23 0,-97 27 0,39-7 0,1 3 0,-1 1 0,1 3 0,0 2 0,55 6 0,-19-3 0,-75-1 0,0 1 0,0 0 0,0 1 0,0 0 0,0 1 0,-1 0 0,1 1 0,-1 1 0,0 0 0,0 1 0,-1 1 0,1-1 0,-1 2 0,-1 0 0,0 0 0,0 1 0,0 1 0,-1 0 0,-1 0 0,0 1 0,0 0 0,-1 0 0,0 1 0,-1 0 0,0 0 0,-1 1 0,-1 0 0,0 0 0,0 1 0,-2-1 0,1 1 0,1 25 0,-1 24 0,-9 122 0,4-177 0,0 0 0,0 1 0,-1-1 0,0 0 0,-1 0 0,1-1 0,-2 1 0,1 0 0,-1-1 0,0 0 0,-1 0 0,1 0 0,-1-1 0,-11 12 0,7-11 0,-1 1 0,1-1 0,-1-1 0,-1 1 0,1-2 0,-1 0 0,0 0 0,-1-1 0,-13 4 0,-19 1 0,0-2 0,-1-2 0,0-2 0,-57-4 0,99 1 0,-414-2-1365,381 2-5461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05:02.179"/>
    </inkml:context>
    <inkml:brush xml:id="br0">
      <inkml:brushProperty name="width" value="0.05" units="cm"/>
      <inkml:brushProperty name="height" value="0.05" units="cm"/>
    </inkml:brush>
  </inkml:definitions>
  <inkml:trace contextRef="#ctx0" brushRef="#br0">0 1 24575,'8'0'0,"8"0"0,10 0 0,7 0 0,4 0 0,4 0 0,2 0 0,0 0 0,1 0 0,-1 0 0,0 0 0,-1 0 0,0 0 0,0 0 0,0 0 0,-8 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05:05.634"/>
    </inkml:context>
    <inkml:brush xml:id="br0">
      <inkml:brushProperty name="width" value="0.05" units="cm"/>
      <inkml:brushProperty name="height" value="0.05" units="cm"/>
    </inkml:brush>
  </inkml:definitions>
  <inkml:trace contextRef="#ctx0" brushRef="#br0">0 813 24575,'39'-71'0,"66"-91"0,-61 97 0,72-133 0,-91 150 0,-2-2 0,-2 0 0,17-64 0,-38 111 0,1 0 0,0 0 0,0 0 0,0 0 0,0 0 0,0 1 0,1-1 0,-1 0 0,1 1 0,0-1 0,0 1 0,0 0 0,0-1 0,0 1 0,0 0 0,1 0 0,-1 1 0,1-1 0,-1 0 0,1 1 0,0-1 0,3 0 0,-4 2 0,1 0 0,-1 0 0,1 0 0,-1 1 0,1-1 0,-1 1 0,1 0 0,-1-1 0,0 1 0,1 0 0,-1 1 0,0-1 0,0 0 0,1 1 0,-1-1 0,0 1 0,0-1 0,-1 1 0,1 0 0,0 0 0,-1 0 0,1 0 0,-1 0 0,1 0 0,-1 1 0,2 3 0,12 26 0,0 0 0,-3 1 0,0 1 0,12 65 0,11 30 0,-11-42 0,16 99 0,-37-167 0,1 1 0,6 36 0,2 0 0,32 87 0,-36-116 0,0 0 0,-1 1 0,3 33 0,4 19 0,1-13 0,1-4 0,-3 1 0,9 119 0,-19-139 0,2-1 0,2 0 0,19 60 0,-12-50 0,10 78 0,-13-40 0,27 99 0,-5-86 0,-22-76 0,-2 1 0,-1 0 0,8 49 0,-13 61 0,-5-106 0,2 0 0,2 0 0,0 1 0,11 45 0,8 23-1365,-18-71-5461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05:10.611"/>
    </inkml:context>
    <inkml:brush xml:id="br0">
      <inkml:brushProperty name="width" value="0.05" units="cm"/>
      <inkml:brushProperty name="height" value="0.05" units="cm"/>
    </inkml:brush>
  </inkml:definitions>
  <inkml:trace contextRef="#ctx0" brushRef="#br0">0 85 24575,'8'-7'0,"8"-3"0,10 1 0,7 2 0,5 2 0,3 1 0,2 3 0,0 0 0,1-6 0,-1-2 0,-1 1 0,1 1 0,-1 2 0,-1 2 0,1 2 0,0 0 0,-8 1-8191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05:12.578"/>
    </inkml:context>
    <inkml:brush xml:id="br0">
      <inkml:brushProperty name="width" value="0.05" units="cm"/>
      <inkml:brushProperty name="height" value="0.05" units="cm"/>
    </inkml:brush>
  </inkml:definitions>
  <inkml:trace contextRef="#ctx0" brushRef="#br0">0 42 24575,'82'1'0,"-24"1"0,0-3 0,0-2 0,63-12 0,-40 2-389,1 5-1,161 3 0,-233 5 194,26 1-6630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05:16.273"/>
    </inkml:context>
    <inkml:brush xml:id="br0">
      <inkml:brushProperty name="width" value="0.05" units="cm"/>
      <inkml:brushProperty name="height" value="0.05" units="cm"/>
    </inkml:brush>
  </inkml:definitions>
  <inkml:trace contextRef="#ctx0" brushRef="#br0">0 987 24575,'48'-58'0,"-34"40"0,0 0 0,24-21 0,-3 2 0,-1-1 0,-2-2 0,-2-1 0,46-83 0,-53 85 0,10-18 0,-3-1 0,39-109 0,-46 109 0,-15 40 0,0 1 0,-2-2 0,0 1 0,7-39 0,-11 11 0,0 26 0,-3 47 0,-1 60 0,4 204 0,-1-276 0,1-1 0,1 0 0,0 1 0,1-1 0,0 0 0,1-1 0,1 1 0,0-1 0,1 0 0,0 0 0,1-1 0,1 0 0,0-1 0,0 0 0,1 0 0,0-1 0,1 0 0,14 10 0,-7-9 0,0 0 0,1-1 0,1 0 0,0-2 0,0 0 0,0-2 0,1 0 0,0-1 0,0-1 0,0-1 0,36 1 0,320-9 0,-367 4 8,1-1 0,-1 0 0,0-1 0,1 0 0,-1-1 0,-1 0 0,1-1 0,-1 0 0,1 0 0,-1-1 0,-1 0 0,1-1 0,-1 0 0,14-14 0,0-6-379,-1 0-1,-1-1 1,21-37 0,-25 37-6455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05:17.796"/>
    </inkml:context>
    <inkml:brush xml:id="br0">
      <inkml:brushProperty name="width" value="0.05" units="cm"/>
      <inkml:brushProperty name="height" value="0.05" units="cm"/>
    </inkml:brush>
  </inkml:definitions>
  <inkml:trace contextRef="#ctx0" brushRef="#br0">0 1 24575,'0'0'-8191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05:23.572"/>
    </inkml:context>
    <inkml:brush xml:id="br0">
      <inkml:brushProperty name="width" value="0.05" units="cm"/>
      <inkml:brushProperty name="height" value="0.05" units="cm"/>
    </inkml:brush>
  </inkml:definitions>
  <inkml:trace contextRef="#ctx0" brushRef="#br0">0 56 24575,'0'0'0,"7"0"0,2 7 0,7 2 0,1-7 0,-10-4 0,-6-9 0,-3-9 0,-9-2 0,-1 4-8191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7:03.703"/>
    </inkml:context>
    <inkml:brush xml:id="br0">
      <inkml:brushProperty name="width" value="0.1" units="cm"/>
      <inkml:brushProperty name="height" value="0.1" units="cm"/>
      <inkml:brushProperty name="color" value="#AE198D"/>
      <inkml:brushProperty name="inkEffects" value="galaxy"/>
      <inkml:brushProperty name="anchorX" value="-2666.32471"/>
      <inkml:brushProperty name="anchorY" value="-1086.65686"/>
      <inkml:brushProperty name="scaleFactor" value="0.5"/>
    </inkml:brush>
  </inkml:definitions>
  <inkml:trace contextRef="#ctx0" brushRef="#br0">1 544 24575,'0'0'0,"0"7"0,8 11 0,9 16 0,8 7 0,-1 5 0,5 1 0,3 1 0,-4-2 0,1 0 0,3-3 0,2 0 0,3-1 0,-6 0 0,1 0 0,-7-1 0,-7 0 0,2-8 0,4 0 0,-4 0 0,4 2 0,-4 1 0,3-5 0,-4 0 0,5 1 0,-5 3 0,3-7 0,-3 3 0,4 0 0,-4 4 0,-4 1 0,3-5 0,-3 0 0,4 10 0,6-6 0,-3 2 0,5 1 0,-5 0 0,3-7 0,3 9 0,-4 2 0,3-8 0,-5 1 0,-5 0 0,2 2 0,4-8 0,-2 1 0,3 2 0,-4 2 0,-4 3 0,3-7 0,-3 2 0,4 0 0,-3 3 0,-4 2 0,5-6 0,-3 1 0,4-8 0,-2 2 0,-3 3 0,4 3 0,5 3 0,-3 3 0,5 1 0,-4 3 0,4-9 0,-5 1 0,-5 0 0,4-7 0,-4 1 0,-3 3 0,4 1 0,-3 4 0,-2 3 0,-3 1 0,5-8 0,-2 2 0,7-1 0,-2 2 0,-3 3 0,5-8 0,-4 2 0,-2 0 0,5-6 0,-3 3 0,-2 1 0,-4 3 0,5-5 0,-1-14 0,-12-14 0,0 0 0,0 0 0,0 0 0,1 0 0,-1 0 0,0 0 0,1 0 0,-1 1 0,0-1 0,0 0 0,1 0 0,-1 0 0,0 0 0,1 0 0,-1 0 0,0 0 0,1 0 0,-1 0 0,0 0 0,0-1 0,1 1 0,-1 0 0,0 0 0,1 0 0,-1 0 0,0 0 0,0 0 0,1-1 0,-1 1 0,0 0 0,0 0 0,1 0 0,-1-1 0,0 1 0,7-17 0,-2-11 0,-3-8 0,-1-5 0,0-3 0,-2 0 0,1-1 0,-1 1 0,1-8 0,0 1 0,0 0 0,-1 2 0,1 3 0,0 1 0,0 1 0,0 2 0,0-8 0,0 1 0,0-1 0,0 2 0,0 1 0,-8 3 0,0 0 0,-1 2 0,3 0 0,1 1 0,1-1 0,3 1 0,0 0 0,-8 7 0,1 1 0,0 1 0,-7-3 0,1-1 0,3-3 0,2-1 0,-5-1 0,2 0 0,2-1 0,2 0 0,3 0 0,3 0 0,-8 0 0,2 0 0,0 1 0,1-1 0,3 0 0,1 1 0,-7 7 0,1 1 0,1 0 0,1-1 0,3-3 0,-7-10 0,0-1 0,2-2 0,2 2 0,2 1 0,2 2 0,2 1 0,-8 1 0,1 1 0,0 1 0,1-1 0,-6 1 0,2 0 0,-8 7 0,3 2 0,3-1 0,3-2 0,3-1 0,-5 6 0,2-2 0,1 0 0,2-3 0,3-2 0,1-1 0,2-3 0,-8 8 0,1 0 0,0-1 0,2-1 0,1-1 0,2-3 0,10 7 0,9 8 0,9 8 0,8 6 0,5 6 0,3 2 0,2 3 0,0 0 0,9 1 0,-1-1 0,1 0 0,-3 0 0,-2 0 0,-2-1 0,-1 0 0,-2 0 0,0 0 0,-1 8 0,0 1 0,0 0 0,1-2 0,-1-2 0,1-2 0,-1-1 0,1-1 0,0-1 0,-1 0 0,1-1 0,0 1 0,8 8 0,0 0 0,0 0 0,-1-1 0,-3-2 0,-1-2 0,-2-1 0,0-1 0,-1-1 0,-1-1 0,0 1 0,1 0 0,-1-1 0,0 1 0,1 0 0,-1 0 0,1 0 0,-1 0 0,1 0 0,8 0 0,1 0 0,7 0 0,-1 0 0,7 0 0,-4 0 0,-3 0 0,-4 0 0,-5 0 0,-2 0 0,-3 0 0,-1 0 0,-1 0 0,8 0 0,-8-8 0,0-1 0,7 1 0,8 1 0,1 2 0,-2 2 0,-2 1 0,5 2 0,-3-1 0,-3 2 0,-2-1 0,-4 0 0,-1 1 0,-3-1 0,0 0 0,0 0 0,-1 0 0,0 0 0,0 0 0,0 0 0,1 0 0,-1 0 0,1 0 0,-1 0 0,1 0 0,0 0 0,-1 0 0,1 0 0,0 0 0,-1 0 0,1 0 0,0 0 0,-1 0 0,1 0 0,8 0 0,0 0 0,0 0 0,-1 0 0,-3 0 0,-1 0 0,-1 0 0,-2 0 0,0 0 0,8 0 0,0 0 0,-1 0 0,16 0 0,-1 0 0,-2 0 0,3 0 0,5 0 0,-5 0 0,-5 0 0,-5 0 0,-5 0 0,-4 0 0,-3 0 0,-1 0 0,-1 0 0,-1 0 0,1-8 0,0-1 0,0 0 0,0 2 0,0 2 0,1 2 0,-1 1 0,1 1 0,0 1 0,0 0 0,-1 0 0,1 1 0,0-1 0,-1 0 0,1 1 0,-1-1 0,1 0 0,0 0 0,-1 0 0,1 0 0,0-8 0,-1-1 0,1 1 0,0 1 0,0 2 0,-1 2 0,1 1 0,-1-7 0,1 0 0,-1 0 0,1 3 0,0 1 0,8 2 0,0 1 0,0 2 0,-1-1 0,-3 2 0,-1-1 0,-1 1 0,-2-1 0,0 0 0,-1 0 0,0 0 0,1 0 0,-1 0 0,1 0 0,-1 0 0,1 0 0,-1 0 0,1 0 0,0 0 0,-1 0 0,1 0 0,-1 0 0,1 0 0,0 0 0,-1 0 0,1 0 0,0 0 0,8 0 0,0 0 0,0 0 0,-1 0 0,-3 0 0,-1 0 0,-2 0 0,0 0 0,-1 0 0,-1 0 0,1 0 0,-1 0 0,0 0 0,1 0 0,-1 0 0,-8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7:08.690"/>
    </inkml:context>
    <inkml:brush xml:id="br0">
      <inkml:brushProperty name="width" value="0.1" units="cm"/>
      <inkml:brushProperty name="height" value="0.1" units="cm"/>
      <inkml:brushProperty name="color" value="#AE198D"/>
      <inkml:brushProperty name="inkEffects" value="galaxy"/>
      <inkml:brushProperty name="anchorX" value="-13965.59668"/>
      <inkml:brushProperty name="anchorY" value="-1815.28052"/>
      <inkml:brushProperty name="scaleFactor" value="0.5"/>
    </inkml:brush>
  </inkml:definitions>
  <inkml:trace contextRef="#ctx0" brushRef="#br0">1 1 24575,'0'0'0,"0"7"0,0 11 0,0 7 0,0 8 0,0 4 0,0 4 0,0 1 0,0 2 0,0-1 0,0 0 0,0 0 0,8-9 0,1-17 0,8-10 0,-2-14 0,7-5 0,-3-9 0,5 1 0,-5-5 0,-3-4 0,3 3 0,-4-2 0,5 5 0,5 5 0,5 6 0,5 6 0,-5 11 0,-6 11 0,-8 10 0,3-1 0,-5 5 0,4-5 0,-2 2 0,-4 3 0,-3 4 0,-3 2 0,-3 3 0,-2 2 0,-1 0 0,-9-7 0,-9-9 0,-8-8 0,-7-7 0,-4-6 0,-5-3 0,0-1 0,-1-2 0,-1 0 0,1 1 0,9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7:10.890"/>
    </inkml:context>
    <inkml:brush xml:id="br0">
      <inkml:brushProperty name="width" value="0.1" units="cm"/>
      <inkml:brushProperty name="height" value="0.1" units="cm"/>
      <inkml:brushProperty name="color" value="#AE198D"/>
      <inkml:brushProperty name="inkEffects" value="galaxy"/>
      <inkml:brushProperty name="anchorX" value="-15326.17773"/>
      <inkml:brushProperty name="anchorY" value="-3752.09131"/>
      <inkml:brushProperty name="scaleFactor" value="0.5"/>
    </inkml:brush>
  </inkml:definitions>
  <inkml:trace contextRef="#ctx0" brushRef="#br0">1 125 24575,'0'0'0,"7"-7"0,11-3 0,7 2 0,8 1 0,-4-6 0,3 1 0,2 2 0,2 3 0,3 2 0,0-7 0,2 2 0,1 1 0,0 2 0,0 2 0,-8 2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7:19.769"/>
    </inkml:context>
    <inkml:brush xml:id="br0">
      <inkml:brushProperty name="width" value="0.1" units="cm"/>
      <inkml:brushProperty name="height" value="0.1" units="cm"/>
      <inkml:brushProperty name="color" value="#AE198D"/>
      <inkml:brushProperty name="inkEffects" value="galaxy"/>
      <inkml:brushProperty name="anchorX" value="-17089.5293"/>
      <inkml:brushProperty name="anchorY" value="-4897.55811"/>
      <inkml:brushProperty name="scaleFactor" value="0.5"/>
    </inkml:brush>
  </inkml:definitions>
  <inkml:trace contextRef="#ctx0" brushRef="#br0">0 165 24575,'0'0'0,"0"-7"0,0-11 0,8 1 0,9 1 0,0-4 0,7 3 0,5 3 0,-4-3 0,4 3 0,2 2 0,4 4 0,2 3 0,-6 11 0,-7 9 0,-8 11 0,-6 6 0,-5 6 0,-4 4 0,-1 1 0,-2 0 0,1 1 0,-1-1 0,-7-8 0,0-1 0,-8-9 0,1 1 0,-6-6 0,3 2 0,-5-4 0,5 4 0,3 4 0,-3-4 0,-4-3 0,3 2 0,-5-4 0,13-5 0,13-3 0,13-3 0,11-4 0,9-1 0,6-1 0,2-1 0,3 0 0,-1 0 0,0 1 0,-1-1 0,0 1 0,0 0 0,-1 0 0,-1 0 0,-7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7:23.438"/>
    </inkml:context>
    <inkml:brush xml:id="br0">
      <inkml:brushProperty name="width" value="0.1" units="cm"/>
      <inkml:brushProperty name="height" value="0.1" units="cm"/>
      <inkml:brushProperty name="color" value="#AE198D"/>
      <inkml:brushProperty name="inkEffects" value="galaxy"/>
      <inkml:brushProperty name="anchorX" value="-18978.15039"/>
      <inkml:brushProperty name="anchorY" value="-6667.896"/>
      <inkml:brushProperty name="scaleFactor" value="0.5"/>
    </inkml:brush>
  </inkml:definitions>
  <inkml:trace contextRef="#ctx0" brushRef="#br0">58 1 24575,'0'0'0,"-25"0"0,8 8 0,2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7:28.370"/>
    </inkml:context>
    <inkml:brush xml:id="br0">
      <inkml:brushProperty name="width" value="0.1" units="cm"/>
      <inkml:brushProperty name="height" value="0.1" units="cm"/>
      <inkml:brushProperty name="color" value="#AE198D"/>
      <inkml:brushProperty name="inkEffects" value="galaxy"/>
      <inkml:brushProperty name="anchorX" value="-17651.32422"/>
      <inkml:brushProperty name="anchorY" value="-5414.48633"/>
      <inkml:brushProperty name="scaleFactor" value="0.5"/>
    </inkml:brush>
  </inkml:definitions>
  <inkml:trace contextRef="#ctx0" brushRef="#br0">442 1 24575,'0'0'0,"-7"7"0,-11 11 0,-7-1 0,-8-1 0,4 4 0,-3-3 0,-2 5 0,-2-4 0,6 5 0,-2-5 0,8 5 0,-2-4 0,6 4 0,-3 4 0,-4 5 0,4 3 0,5 4 0,14-7 0,4-30 0,0 0 0,1 0 0,-1 0 0,0-1 0,1 1 0,0 0 0,-1 0 0,1 0 0,0 0 0,0-1 0,2 4 0,18 12 0,10-7 0,7-5 0,3-3 0,3-3 0,0 0 0,1-1 0,-2 1 0,0 0 0,0 0 0,-1 1 0,-9 8 0,-8 9 0,0 0 0,-8 7 0,-4 5 0,3-4 0,-3 4 0,-3 3 0,-3 2 0,-3 3 0,-1 3 0,-2 1 0,-1 0 0,-9-7 0,-1 0 0,-7-9 0,-8-6 0,-5-8 0,-6-4 0,-3-5 0,-3-2 0,0-1 0,-1 0 0,8-9 0,9-8 0,9-8 0,8-7 0,4-5 0,4-3 0,10 7 0,10-1 0,8 0 0,7-1 0,-4-1 0,3 6 0,1 8 0,-6-1 0,2 6 0,-7-3 0,2-4 0,-5-5 0,-5-4 0,3 4 0,-4-2 0,-3-1 0,-3-2 0,-3-3 0,-3-1 0,-9 7 0,-2-1 0,-1 0 0,-6 6 0,-6-1 0,-7 6 0,2 6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7:31.502"/>
    </inkml:context>
    <inkml:brush xml:id="br0">
      <inkml:brushProperty name="width" value="0.1" units="cm"/>
      <inkml:brushProperty name="height" value="0.1" units="cm"/>
      <inkml:brushProperty name="color" value="#AE198D"/>
      <inkml:brushProperty name="inkEffects" value="galaxy"/>
      <inkml:brushProperty name="anchorX" value="-18970.61133"/>
      <inkml:brushProperty name="anchorY" value="-6699.41455"/>
      <inkml:brushProperty name="scaleFactor" value="0.5"/>
    </inkml:brush>
  </inkml:definitions>
  <inkml:trace contextRef="#ctx0" brushRef="#br0">252 150 24575,'0'0'0,"0"7"0,0 11 0,-8 16 0,-9-1 0,0 4 0,-7 2 0,3 2 0,5 0 0,-5-7 0,5-1 0,-5 1 0,4 1 0,-5-6 0,4 1 0,4 1 0,4 3 0,4 2 0,3 3 0,10-7 0,1 0 0,9-7 0,8-6 0,31 1 0,6-5 0,3-4 0,-2-4 0,-5-3 0,-5-2 0,-5-1 0,-3-2 0,-2 0 0,-2 1 0,-8-9 0,-1-8 0,-9-9 0,-6-7 0,2-4 0,-4-4 0,-4-1 0,-4-1 0,-3-1 0,-2 1 0,-1 0 0,-2 1 0,-8 0 0,0 0 0,-9 9 0,2 0 0,2 0 0,-5 6 0,4 0 0,-6 5 0,-5 6 0,4-2 0,-5 3 0,-3 4 0,5-5 0,-4-5 0,-1 1 0,-4-4 0,-3 3 0,6-3 0,-1 4 0,7 4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7:34.546"/>
    </inkml:context>
    <inkml:brush xml:id="br0">
      <inkml:brushProperty name="width" value="0.1" units="cm"/>
      <inkml:brushProperty name="height" value="0.1" units="cm"/>
      <inkml:brushProperty name="color" value="#AE198D"/>
      <inkml:brushProperty name="inkEffects" value="galaxy"/>
      <inkml:brushProperty name="anchorX" value="-20274.92578"/>
      <inkml:brushProperty name="anchorY" value="-7819.70947"/>
      <inkml:brushProperty name="scaleFactor" value="0.5"/>
    </inkml:brush>
  </inkml:definitions>
  <inkml:trace contextRef="#ctx0" brushRef="#br0">1 170 24575,'0'0'0,"14"0"0,31 0 0,22 0 0,15 0 0,9-8 0,3-1 0,-1 1 0,-9-8 0,-12 3 0,-11 1 0,-8 3 0,-6 3 0,-5 3 0,-1 1 0,-2 2 0,1 0 0,-1 0 0,2 1 0,0 0 0,0-9 0,0 0 0,1-1 0,8 3 0,0-8 0,0 2 0,-1 2 0,-2 2 0,-2 2 0,-2 3 0,8 2 0,-1 1 0,0 0 0,-2 0 0,-1 1 0,-3-1 0,-1 1 0,0-1 0,-2 0 0,1 0 0,-1 0 0,0 0 0,1 0 0,8 0 0,0 0 0,0 0 0,-2 0 0,-1 0 0,-2 0 0,-2 0 0,0 0 0,-2 0 0,1 0 0,-1 0 0,1 0 0,-1 0 0,0 0 0,1 0 0,-1 0 0,1 0 0,-1 0 0,1 0 0,0 0 0,7 0 0,10 0 0,0 0 0,15 0 0,22 0 0,13 0 0,19 0 0,7 0 0,3 0 0,-18 0 0,-11 0 0,-20 0 0,-17 0 0,-13 0 0,-9 0 0,-7 0 0,-3 0 0,-2 0 0,1 0 0,-9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7:39.034"/>
    </inkml:context>
    <inkml:brush xml:id="br0">
      <inkml:brushProperty name="width" value="0.1" units="cm"/>
      <inkml:brushProperty name="height" value="0.1" units="cm"/>
      <inkml:brushProperty name="color" value="#AE198D"/>
      <inkml:brushProperty name="inkEffects" value="galaxy"/>
      <inkml:brushProperty name="anchorX" value="-26082.40039"/>
      <inkml:brushProperty name="anchorY" value="-8922.88965"/>
      <inkml:brushProperty name="scaleFactor" value="0.5"/>
    </inkml:brush>
  </inkml:definitions>
  <inkml:trace contextRef="#ctx0" brushRef="#br0">0 128 24575,'0'0'0,"0"-7"0,8-3 0,1-7 0,8 2 0,6 1 0,8 4 0,-4-5 0,4 2 0,2 3 0,3 2 0,2 4 0,1 1 0,3 2 0,-1 1 0,1 0 0,0 1 0,0-1 0,-8 9 0,-9 8 0,-9 9 0,-7 6 0,-5 6 0,-3 2 0,-2 3 0,-8-8 0,-2-1 0,-7-8 0,-7-7 0,2 1 0,-4-5 0,5 5 0,-4-4 0,-3-4 0,5 5 0,-4-2 0,6 4 0,-3-2 0,-3-4 0,4 5 0,-3-3 0,-3-3 0,5 5 0,-3-4 0,6 7 0,6 5 0,-4-3 0,5 4 0,12-4 0,12-5 0,12-6 0,9-4 0,7-3 0,4-3 0,2-2 0,1 1 0,0-2 0,0 2 0,-1-1 0,-1 0 0,0 1 0,0 0 0,0 0 0,-1 0 0,1 0 0,0 0 0,-1 0 0,1 0 0,-1 0 0,-7 8 0,-9 1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7:41.220"/>
    </inkml:context>
    <inkml:brush xml:id="br0">
      <inkml:brushProperty name="width" value="0.1" units="cm"/>
      <inkml:brushProperty name="height" value="0.1" units="cm"/>
      <inkml:brushProperty name="color" value="#AE198D"/>
      <inkml:brushProperty name="inkEffects" value="galaxy"/>
      <inkml:brushProperty name="anchorX" value="-28245.77734"/>
      <inkml:brushProperty name="anchorY" value="-10792.41992"/>
      <inkml:brushProperty name="scaleFactor" value="0.5"/>
    </inkml:brush>
  </inkml:definitions>
  <inkml:trace contextRef="#ctx0" brushRef="#br0">0 1 24575,'0'0'0,"7"0"0,11 0 0,8 0 0,6 0 0,5 0 0,4 0 0,2 0 0,0 0 0,1 0 0,-2 0 0,1 0 0,-1 0 0,0 0 0,0 0 0,0 0 0,0 0 0,-1 0 0,1 0 0,0 0 0,-1 0 0,1 0 0,-9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7:44.136"/>
    </inkml:context>
    <inkml:brush xml:id="br0">
      <inkml:brushProperty name="width" value="0.1" units="cm"/>
      <inkml:brushProperty name="height" value="0.1" units="cm"/>
      <inkml:brushProperty name="color" value="#AE198D"/>
      <inkml:brushProperty name="inkEffects" value="galaxy"/>
      <inkml:brushProperty name="anchorX" value="-30342.98633"/>
      <inkml:brushProperty name="anchorY" value="-12062.41992"/>
      <inkml:brushProperty name="scaleFactor" value="0.5"/>
    </inkml:brush>
  </inkml:definitions>
  <inkml:trace contextRef="#ctx0" brushRef="#br0">1 749 24575,'0'0'0,"0"-7"0,0-12 0,8 2 0,0-15 0,0-5 0,8-6 0,6-1 0,-2-1 0,-3 0 0,5 9 0,-5 2 0,-4 0 0,-3-2 0,-5 0 0,-2-3 0,6-1 0,-1 0 0,0-2 0,7 8 0,-2 1 0,-2 0 0,-3 15 0,-6 18 0,-2 0 0,1-1 0,-1 1 0,0 0 0,1-1 0,-1 1 0,1 0 0,-1-1 0,0 1 0,1 0 0,-1 0 0,1 0 0,-1-1 0,1 1 0,-1 0 0,1 0 0,-1 0 0,1 0 0,-1 0 0,1 0 0,-1 0 0,1 0 0,-1 0 0,0 0 0,1 0 0,0 1 0,19 19 0,-1 14 0,-3 8 0,4 13 0,-4 2 0,-3 0 0,-4-4 0,-3-3 0,-3 6 0,-3-3 0,0-2 0,0-3 0,-1-1 0,0-3 0,1-1 0,-1-1 0,1-1 0,0 0 0,8-8 0,1 0 0,0 0 0,6 1 0,-1 2 0,-2 2 0,-4 2 0,-2 1 0,-3 1 0,-1 0 0,6-9 0,1 1 0,-2-1 0,0 2 0,-3 2 0,-1 1 0,-2 2 0,0 1 0,-1 1 0,0-1 0,8-7 0,0 0 0,1-1 0,-2-6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7:47.022"/>
    </inkml:context>
    <inkml:brush xml:id="br0">
      <inkml:brushProperty name="width" value="0.1" units="cm"/>
      <inkml:brushProperty name="height" value="0.1" units="cm"/>
      <inkml:brushProperty name="color" value="#AE198D"/>
      <inkml:brushProperty name="inkEffects" value="galaxy"/>
      <inkml:brushProperty name="anchorX" value="-32145.11328"/>
      <inkml:brushProperty name="anchorY" value="-14293.47266"/>
      <inkml:brushProperty name="scaleFactor" value="0.5"/>
    </inkml:brush>
  </inkml:definitions>
  <inkml:trace contextRef="#ctx0" brushRef="#br0">0 87 24575,'0'0'0,"92"-14"0,44-6 0,-9 3 0,-10 3 0,-19 4 0,-18 3 0,-16 4 0,-20 1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7:48.997"/>
    </inkml:context>
    <inkml:brush xml:id="br0">
      <inkml:brushProperty name="width" value="0.1" units="cm"/>
      <inkml:brushProperty name="height" value="0.1" units="cm"/>
      <inkml:brushProperty name="color" value="#AE198D"/>
      <inkml:brushProperty name="inkEffects" value="galaxy"/>
      <inkml:brushProperty name="anchorX" value="-34172.96875"/>
      <inkml:brushProperty name="anchorY" value="-15476.8291"/>
      <inkml:brushProperty name="scaleFactor" value="0.5"/>
    </inkml:brush>
  </inkml:definitions>
  <inkml:trace contextRef="#ctx0" brushRef="#br0">0 0 24575,'0'0'0,"14"0"0,14 0 0,6 8 0,5 1 0,4-1 0,1-1 0,0-2 0,0-2 0,0-1 0,-1-1 0,-1-1 0,0-1 0,0 1 0,-1 0 0,1-1 0,-1 1 0,1 0 0,-1 0 0,1 0 0,0 0 0,-1 0 0,1 0 0,0 0 0,-9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8:29.090"/>
    </inkml:context>
    <inkml:brush xml:id="br0">
      <inkml:brushProperty name="width" value="0.05" units="cm"/>
      <inkml:brushProperty name="height" value="0.05" units="cm"/>
    </inkml:brush>
  </inkml:definitions>
  <inkml:trace contextRef="#ctx0" brushRef="#br0">423 85 24575,'-18'11'0,"1"0"0,-1 0 0,2 2 0,0 0 0,-26 28 0,-64 87 0,43-49 0,46-58 0,1 0 0,0 1 0,-22 42 0,31-49 0,1-1 0,1 1 0,0 0 0,1 1 0,1-1 0,0 1 0,0 27 0,2-22 0,-1 20 0,2-1 0,7 59 0,-5-87 0,0 1 0,1-1 0,1 0 0,0 0 0,0 0 0,1 0 0,1-1 0,0 0 0,1 0 0,0 0 0,16 18 0,-7-12 0,0 0 0,1-1 0,0-1 0,1-1 0,1-1 0,0 0 0,1-1 0,0-1 0,1-1 0,0-1 0,0-1 0,1-1 0,0-1 0,1-1 0,-1 0 0,47 2 0,-43-6 0,0-1 0,42-5 0,-59 4 0,1-2 0,0 1 0,0-1 0,-1-1 0,0 0 0,0 0 0,0-1 0,0 0 0,14-11 0,-5 1 0,-2-1 0,0 0 0,0-1 0,-2 0 0,0-2 0,-1 1 0,-1-2 0,-1 1 0,0-2 0,-2 0 0,0 0 0,-1 0 0,-2-1 0,0 0 0,-1 0 0,-1-1 0,-2 1 0,1-38 0,-6-274 0,3 323 0,0 1 0,-1-1 0,-1 0 0,0 1 0,0-1 0,-1 1 0,0-1 0,-5-9 0,-2 1 0,0 2 0,-1-1 0,-17-19 0,16 21 0,0 0 0,-2 0 0,0 1 0,0 1 0,-2 0 0,1 1 0,-2 1 0,0 0 0,0 2 0,-1 0 0,-34-14 0,32 17-116,-3-2-196,-2 1-1,1 1 1,-47-7 0,38 11-6514</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8:33.225"/>
    </inkml:context>
    <inkml:brush xml:id="br0">
      <inkml:brushProperty name="width" value="0.05" units="cm"/>
      <inkml:brushProperty name="height" value="0.05" units="cm"/>
    </inkml:brush>
  </inkml:definitions>
  <inkml:trace contextRef="#ctx0" brushRef="#br0">223 117 24575,'-4'0'0,"0"1"0,0 0 0,0-1 0,0 0 0,0 0 0,0 0 0,-7-2 0,0 2 0,-22 1 0,-39 0 0,68-2 0,-1 1 0,1 0 0,0-1 0,-1 0 0,1 0 0,0 0 0,0-1 0,0 1 0,0-1 0,0 0 0,0 0 0,-5-4 0,8 4 0,0 1 0,0 0 0,1 0 0,-1-1 0,0 1 0,0 0 0,1-1 0,-1 1 0,1-1 0,0 1 0,-1 0 0,1-1 0,0 1 0,0-1 0,0 1 0,0-1 0,0 1 0,0-1 0,0 1 0,0-1 0,1 1 0,-1-1 0,0 1 0,1-1 0,-1 1 0,1 0 0,0-1 0,0 1 0,-1 0 0,1-1 0,0 1 0,0 0 0,0 0 0,0 0 0,0 0 0,2-2 0,2-2 0,0 0 0,1 1 0,-1-1 0,1 1 0,0 0 0,10-6 0,-12 9 5,0-1 0,-1 1 0,1 0-1,0-1 1,0 2 0,0-1 0,1 0 0,-1 1-1,0 0 1,0 0 0,0 0 0,0 0 0,0 1-1,0-1 1,0 1 0,0 0 0,0 1-1,0-1 1,0 1 0,0-1 0,-1 1 0,1 0-1,-1 1 1,5 2 0,-3 0-111,0 0 0,0 0 0,0 1 0,-1-1 0,0 1 0,0 0-1,0 0 1,-1 1 0,0-1 0,0 1 0,0-1 0,-1 1 0,2 10 0,1 15-6720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8:36.575"/>
    </inkml:context>
    <inkml:brush xml:id="br0">
      <inkml:brushProperty name="width" value="0.05" units="cm"/>
      <inkml:brushProperty name="height" value="0.05" units="cm"/>
    </inkml:brush>
  </inkml:definitions>
  <inkml:trace contextRef="#ctx0" brushRef="#br0">47 0 24575,'-1'7'0,"0"0"0,0-1 0,0 1 0,-1 0 0,-5 12 0,-5 18 0,1 41 0,4 0 0,3 0 0,10 128 0,4-134 0,4 0 0,2 0 0,4-1 0,30 71 0,-46-129 0,1-1 0,1 1 0,0-1 0,0-1 0,1 1 0,1-1 0,16 19 0,-18-25 0,0 1 0,0-1 0,0-1 0,1 1 0,0-1 0,0 0 0,0-1 0,0 0 0,0 0 0,1 0 0,-1-1 0,1 0 0,0 0 0,11 0 0,4 0 0,1 0 0,-1-2 0,0-1 0,31-4 0,-43 3 0,0-1 0,-1 0 0,1 0 0,-1-1 0,0-1 0,-1 1 0,1-2 0,-1 1 0,0-1 0,0-1 0,11-10 0,11-12 0,-3-2 0,0-1 0,-2-1 0,-2-1 0,33-59 0,-50 78 0,-1-1 0,-1 1 0,0-1 0,-1-1 0,-1 1 0,0 0 0,-1-1 0,-1 0 0,-1 1 0,0-1 0,-1 0 0,-1 1 0,0-1 0,-1 1 0,-1 0 0,-1 0 0,0 0 0,-1 0 0,0 1 0,-2 0 0,0 0 0,0 1 0,-1 0 0,-12-13 0,7 11 0,0 0 0,-2 1 0,0 0 0,0 1 0,-2 1 0,1 1 0,-2 0 0,0 2 0,0 0 0,-24-9 0,-150-71 0,132 64 0,45 21 0,0-2 0,1 0 0,-28-17 0,34 18-136,-1 0-1,0 0 1,-1 1-1,1 1 1,-1 0-1,0 0 1,0 1-1,0 0 0,-12-1 1,-9 0-6690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8:39.923"/>
    </inkml:context>
    <inkml:brush xml:id="br0">
      <inkml:brushProperty name="width" value="0.05" units="cm"/>
      <inkml:brushProperty name="height" value="0.05" units="cm"/>
    </inkml:brush>
  </inkml:definitions>
  <inkml:trace contextRef="#ctx0" brushRef="#br0">1 0 24575,'0'627'0,"0"-607"0,1-1 0,1 1 0,0-1 0,2 0 0,0 0 0,1 0 0,1 0 0,15 31 0,-16-43 0,1 0 0,0 0 0,0-1 0,0 1 0,0-2 0,1 1 0,0-1 0,0 0 0,1 0 0,-1 0 0,1-1 0,0-1 0,1 1 0,-1-1 0,0-1 0,1 0 0,-1 0 0,12 1 0,18 1 0,1-2 0,-1-2 0,39-4 0,-4 0 0,-65 4 0,0 0 0,0 0 0,0-1 0,-1 0 0,1-1 0,0 0 0,-1 0 0,13-6 0,-17 7 0,1-2 0,-1 1 0,0 0 0,0-1 0,-1 1 0,1-1 0,0 0 0,-1 0 0,0 0 0,1 0 0,-1-1 0,-1 1 0,1 0 0,0-1 0,-1 1 0,0-1 0,1 0 0,-1 1 0,0-9 0,3-8 0,-2-2 0,-1 1 0,0 0 0,-1 0 0,-2 0 0,0 0 0,-1 0 0,-1 0 0,-1 1 0,-1-1 0,-1 1 0,-15-32 0,19 47 0,0 0 0,0 0 0,0 0 0,-1 1 0,0 0 0,1-1 0,-2 1 0,1 1 0,0-1 0,-1 1 0,0-1 0,1 1 0,-1 0 0,-1 1 0,1 0 0,0-1 0,-1 2 0,1-1 0,-1 0 0,1 1 0,-1 0 0,0 1 0,1-1 0,-12 1 0,7 2 0,0-1 0,1 1 0,0 0 0,-1 1 0,1 0 0,0 1 0,0 0 0,1 0 0,-1 1 0,1 0 0,0 0 0,0 1 0,1 0 0,-8 8 0,-72 80 43,47-49-747,-60 51 0,80-80-6122</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8:43.305"/>
    </inkml:context>
    <inkml:brush xml:id="br0">
      <inkml:brushProperty name="width" value="0.05" units="cm"/>
      <inkml:brushProperty name="height" value="0.05" units="cm"/>
    </inkml:brush>
  </inkml:definitions>
  <inkml:trace contextRef="#ctx0" brushRef="#br0">211 1 24575,'-7'0'0,"0"2"0,0-1 0,0 1 0,0 0 0,0 0 0,1 0 0,-1 1 0,1 0 0,0 1 0,0 0 0,0-1 0,0 2 0,0-1 0,1 1 0,0 0 0,0 0 0,0 0 0,-7 12 0,1-2 0,0 2 0,2-1 0,-1 1 0,2 1 0,-12 34 0,16-37 0,0-1 0,0 1 0,2 0 0,0 0 0,0 0 0,2 1 0,0-1 0,0 0 0,6 29 0,-5-38 0,1 0 0,0 0 0,0 0 0,1-1 0,-1 1 0,1-1 0,1 1 0,-1-1 0,1 0 0,0 0 0,0-1 0,0 1 0,1-1 0,-1 0 0,1 0 0,0 0 0,0-1 0,1 1 0,-1-1 0,1-1 0,-1 1 0,1-1 0,0 0 0,0 0 0,0-1 0,10 2 0,25 2 0,-1-2 0,1-2 0,-1-2 0,44-5 0,-71 4 0,0 0 0,-1 0 0,1-1 0,-1-1 0,21-9 0,-27 11 0,-1-1 0,0 0 0,0-1 0,0 0 0,0 1 0,0-1 0,-1-1 0,1 1 0,-1-1 0,0 0 0,-1 0 0,1 0 0,4-9 0,0-4 0,0 0 0,-1-1 0,-1 0 0,-1 0 0,-1 0 0,0-1 0,-1 0 0,-1 0 0,-1 1 0,-3-31 0,2 45 0,-1 0 0,0 1 0,0-1 0,0 1 0,-1-1 0,1 1 0,-1 0 0,0-1 0,0 1 0,-1 0 0,1 0 0,-1 1 0,0-1 0,0 0 0,0 1 0,-4-4 0,0 2 0,0 0 0,0 0 0,-1 1 0,1 0 0,-1 0 0,0 1 0,0 0 0,-10-2 0,-12-1 0,0 1 0,0 1 0,-57 2 0,4 3-1365,46 0-5461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8:44.958"/>
    </inkml:context>
    <inkml:brush xml:id="br0">
      <inkml:brushProperty name="width" value="0.05" units="cm"/>
      <inkml:brushProperty name="height" value="0.05" units="cm"/>
    </inkml:brush>
  </inkml:definitions>
  <inkml:trace contextRef="#ctx0" brushRef="#br0">1 0 24575,'2'59'0,"17"92"0,-9-88 0,2 67 0,-13 385-1365,1-479-5461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8:49.313"/>
    </inkml:context>
    <inkml:brush xml:id="br0">
      <inkml:brushProperty name="width" value="0.05" units="cm"/>
      <inkml:brushProperty name="height" value="0.05" units="cm"/>
    </inkml:brush>
  </inkml:definitions>
  <inkml:trace contextRef="#ctx0" brushRef="#br0">90 0 24575,'-3'1'0,"1"-1"0,0 1 0,-1 0 0,1 0 0,0 0 0,0 0 0,0 0 0,0 0 0,0 1 0,0-1 0,0 1 0,0 0 0,0-1 0,1 1 0,-1 0 0,1 0 0,-1 0 0,1 0 0,0 0 0,-1 3 0,-21 45 0,16-27 0,1 1 0,1-1 0,1 1 0,-1 39 0,8 102 0,0-67 0,-5 63 0,5 135 0,-1-287 0,-1 1 0,2-1 0,-1 0 0,1 0 0,0 0 0,1 0 0,0 0 0,1-1 0,0 0 0,0 1 0,0-2 0,1 1 0,0-1 0,1 0 0,0 0 0,0-1 0,0 0 0,1 0 0,0 0 0,0-1 0,0-1 0,13 6 0,-7-3 0,1-2 0,-1 0 0,1 0 0,0-2 0,0 0 0,1 0 0,-1-2 0,0 0 0,1 0 0,-1-1 0,1-1 0,-1-1 0,19-4 0,-26 3 0,0 1 0,-1-2 0,0 1 0,1-1 0,-1 0 0,-1 0 0,1-1 0,-1 0 0,0 0 0,0 0 0,0-1 0,0 0 0,-1 0 0,0-1 0,5-9 0,1-2 0,-2-1 0,0 1 0,-1-2 0,10-37 0,-16 52 0,-1 0 0,1 0 0,-2 0 0,1 0 0,0-1 0,-1 1 0,0 0 0,0 0 0,-1 0 0,0 0 0,1-1 0,-2 1 0,1 0 0,-1 0 0,1 1 0,-1-1 0,0 0 0,-1 0 0,1 1 0,-1 0 0,0-1 0,0 1 0,-1 0 0,1 0 0,-7-5 0,5 6 0,0-1 0,0 2 0,0-1 0,-1 1 0,1-1 0,-1 1 0,1 1 0,-1-1 0,0 1 0,1 0 0,-1 0 0,0 1 0,0 0 0,0 0 0,0 0 0,1 1 0,-1-1 0,0 1 0,0 1 0,1-1 0,-1 1 0,-9 5 0,-3 3 0,1 2 0,0 0 0,1 1 0,0 0 0,2 1 0,-1 1 0,2 1 0,-17 22 0,21-23-19,1 0 0,1 0 0,-11 29 1,7-14-1272,1-5-5536</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8:51.154"/>
    </inkml:context>
    <inkml:brush xml:id="br0">
      <inkml:brushProperty name="width" value="0.05" units="cm"/>
      <inkml:brushProperty name="height" value="0.05" units="cm"/>
    </inkml:brush>
  </inkml:definitions>
  <inkml:trace contextRef="#ctx0" brushRef="#br0">1 1 24575,'0'1041'-1365,"0"-1005"-5461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9:01.400"/>
    </inkml:context>
    <inkml:brush xml:id="br0">
      <inkml:brushProperty name="width" value="0.05" units="cm"/>
      <inkml:brushProperty name="height" value="0.05" units="cm"/>
    </inkml:brush>
  </inkml:definitions>
  <inkml:trace contextRef="#ctx0" brushRef="#br0">256 84 24575,'-2'1'0,"0"0"0,0-1 0,0 1 0,0 0 0,0 0 0,1 0 0,-1 1 0,0-1 0,0 0 0,1 1 0,-1-1 0,1 1 0,-1-1 0,1 1 0,0 0 0,0 0 0,-2 2 0,-19 36 0,21-39 0,-36 92 0,30-73 0,0 1 0,-1-1 0,-2-1 0,0 0 0,-16 24 0,14-25 0,1-1 0,1 2 0,0-1 0,1 1 0,2 1 0,0 0 0,0 0 0,2 0 0,-3 24 0,3-6 0,1 0 0,3 1 0,1-1 0,5 42 0,-5-74 0,1-1 0,-1 1 0,1 0 0,1 0 0,-1 0 0,1-1 0,0 1 0,0-1 0,1 0 0,-1 1 0,1-1 0,1 0 0,-1 0 0,1-1 0,-1 1 0,1-1 0,0 0 0,5 4 0,-1-3 0,0-1 0,-1-1 0,1 1 0,0-1 0,1-1 0,-1 1 0,0-1 0,1-1 0,-1 0 0,1 0 0,14 0 0,196-4 0,-57-1 0,-152 4 0,0 0 0,1-1 0,-1-1 0,0 1 0,0-2 0,0 1 0,-1-1 0,1-1 0,-1 0 0,1 0 0,-1-1 0,0 0 0,-1 0 0,0-1 0,1 0 0,-2-1 0,1 0 0,-1 0 0,0-1 0,0 1 0,-1-2 0,0 1 0,-1-1 0,0 1 0,0-1 0,-1-1 0,5-13 0,-4 10 0,0-1 0,-1 0 0,-1 0 0,0 0 0,-1-1 0,-1 1 0,0 0 0,-1-1 0,0 1 0,-1-1 0,-1 1 0,0 0 0,-1-1 0,-1 1 0,0 1 0,-1-1 0,-9-18 0,1 6 0,-6-13 0,-2 1 0,-32-43 0,13 28-120,5 4 247,-70-74 0,94 111-264,-1 1 1,-1 0 0,0 1 0,-1 0-1,1 1 1,-2 1 0,1 0 0,-1 1-1,-1 0 1,-29-8 0,10 8-6690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9:09.808"/>
    </inkml:context>
    <inkml:brush xml:id="br0">
      <inkml:brushProperty name="width" value="0.05" units="cm"/>
      <inkml:brushProperty name="height" value="0.05" units="cm"/>
    </inkml:brush>
  </inkml:definitions>
  <inkml:trace contextRef="#ctx0" brushRef="#br0">1 131 24575,'0'-1'0,"1"-1"0,-1 1 0,1-1 0,-1 0 0,1 1 0,0-1 0,0 1 0,0 0 0,-1-1 0,2 1 0,-1 0 0,0-1 0,0 1 0,0 0 0,0 0 0,1 0 0,-1 0 0,0 0 0,1 0 0,1 0 0,39-19 0,-24 12 0,7-6 0,1 1 0,0 2 0,1 0 0,41-9 0,-58 18 0,0 0 0,0 1 0,-1 0 0,1 0 0,0 1 0,0 1 0,0-1 0,-1 2 0,1-1 0,0 1 0,-1 1 0,1 0 0,-1 0 0,0 1 0,0 0 0,16 10 0,-19-9 0,0 0 0,-1 0 0,1 1 0,-1-1 0,0 1 0,-1 0 0,1 0 0,-1 1 0,-1 0 0,1-1 0,-1 1 0,0 0 0,-1 0 0,1 1 0,-1-1 0,1 15 0,1 8 0,-2 1 0,-4 57 0,1-57 0,0-19 0,0 1 0,-1-1 0,0 0 0,0 0 0,-1 0 0,-1-1 0,0 1 0,-1-1 0,0 0 0,-1 0 0,0 0 0,-1-1 0,0 0 0,-11 13 0,11-16 0,0 0 0,0-1 0,-1 0 0,0 0 0,0-1 0,0 0 0,-1 0 0,0-1 0,0 0 0,0-1 0,0 0 0,0 0 0,-1-1 0,1 0 0,-1 0 0,0-1 0,1-1 0,-16 0 0,21-1 0,-1 1 0,1-1 0,0 0 0,0-1 0,0 1 0,0-1 0,0 0 0,0 0 0,0 0 0,0 0 0,1-1 0,-1 1 0,-2-4 0,5 5 0,0 1 0,0-1 0,1 0 0,-1 0 0,0 0 0,1 0 0,-1 0 0,1 0 0,-1 0 0,1 0 0,-1 0 0,1 0 0,0 0 0,-1 0 0,1 0 0,0 0 0,0 0 0,0 0 0,0 0 0,0 0 0,0-2 0,1 1 0,0 1 0,0-1 0,-1 1 0,1 0 0,0-1 0,1 1 0,-1 0 0,0-1 0,0 1 0,0 0 0,1 0 0,-1 0 0,1 0 0,-1 0 0,1 0 0,-1 1 0,1-1 0,2 0 0,11-4 0,-1 0 0,1 1 0,0 1 0,0 1 0,1 0 0,-1 1 0,0 0 0,1 1 0,19 3 0,2 2 0,0 2 0,59 18 0,-84-20 0,0-1 0,-1 2 0,0 0 0,0 0 0,0 1 0,-1 0 0,0 1 0,0 0 0,-1 1 0,0-1 0,-1 2 0,1 0 0,-2 0 0,0 0 0,12 22 0,-16-25 0,1-1 0,-2 1 0,1-1 0,-1 1 0,0 0 0,-1 0 0,1 0 0,-1 0 0,-1 0 0,1 0 0,-1 0 0,-1 0 0,1 1 0,-1-1 0,0 0 0,-1 0 0,0-1 0,0 1 0,0 0 0,-1-1 0,0 1 0,0-1 0,-1 0 0,1 0 0,-1 0 0,-1 0 0,1-1 0,-1 1 0,-7 6 0,5-7 0,0 0 0,-1-1 0,1 0 0,-1 0 0,1 0 0,-1-1 0,-1 0 0,1-1 0,0 1 0,0-2 0,-1 1 0,-13 0 0,-16-1 0,-60-5 0,43 1 0,-196 0-1365,215 3-5461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9:12.293"/>
    </inkml:context>
    <inkml:brush xml:id="br0">
      <inkml:brushProperty name="width" value="0.05" units="cm"/>
      <inkml:brushProperty name="height" value="0.05" units="cm"/>
    </inkml:brush>
  </inkml:definitions>
  <inkml:trace contextRef="#ctx0" brushRef="#br0">1 1 24575,'462'0'0,"-455"-1"0,1 2 0,-1-1 0,1 1 0,-1 0 0,1 0 0,-1 1 0,0 0 0,15 5 0,-19-5 0,0 0 0,0 1 0,0-1 0,0 0 0,0 1 0,-1 0 0,1-1 0,-1 1 0,0 0 0,0 1 0,0-1 0,0 0 0,0 0 0,-1 1 0,1-1 0,-1 1 0,0-1 0,0 1 0,0 0 0,0 4 0,24 217 0,-10 270 0,-17-337 0,4-135-330,1 1 0,0-1 0,14 46-1,-17-68 287,8 27-6782</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9:13.612"/>
    </inkml:context>
    <inkml:brush xml:id="br0">
      <inkml:brushProperty name="width" value="0.05" units="cm"/>
      <inkml:brushProperty name="height" value="0.05" units="cm"/>
    </inkml:brush>
  </inkml:definitions>
  <inkml:trace contextRef="#ctx0" brushRef="#br0">1 0 24575,'7'0'0,"17"0"0,11 0 0,7 0 0,3 0 0,1 0 0,0 0 0,-1 0 0,-1 0 0,-1 0 0,0 0 0,-1 0 0,-1 0 0,1 0 0,-1 0 0,1 0 0,-8 0-8191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9:16.882"/>
    </inkml:context>
    <inkml:brush xml:id="br0">
      <inkml:brushProperty name="width" value="0.05" units="cm"/>
      <inkml:brushProperty name="height" value="0.05" units="cm"/>
    </inkml:brush>
  </inkml:definitions>
  <inkml:trace contextRef="#ctx0" brushRef="#br0">0 0 24575,'1'6'0,"0"1"0,0-1 0,0 0 0,1 0 0,0 0 0,4 7 0,5 20 0,2 28 0,-1-3 0,35 101 0,-40-138 0,-1 0 0,-2 1 0,0 0 0,2 33 0,-2-15 0,-3-35 0,0-1 0,-1 0 0,2 1 0,-1-1 0,0 0 0,1 0 0,0 0 0,0 0 0,0 0 0,1-1 0,-1 1 0,6 6 0,-7-9 0,0 0 0,1 0 0,-1 0 0,0 0 0,1 0 0,-1 0 0,1-1 0,-1 1 0,1 0 0,-1-1 0,1 1 0,0-1 0,-1 0 0,1 1 0,0-1 0,-1 0 0,1 0 0,0 0 0,-1 0 0,1 0 0,0-1 0,-1 1 0,1 0 0,-1-1 0,1 1 0,0-1 0,-1 1 0,1-1 0,-1 0 0,1 0 0,-1 0 0,0 0 0,1 0 0,-1 0 0,0 0 0,2-2 0,8-9 0,0 0 0,0-1 0,16-28 0,-19 28 0,1 0 0,0 1 0,1 0 0,0 0 0,14-11 0,-13 15 0,0 0 0,0 1 0,1 1 0,0 0 0,0 0 0,0 2 0,1-1 0,0 1 0,0 1 0,0 1 0,14-2 0,-20 3 0,0 0 0,0 1 0,0 0 0,0 0 0,0 1 0,1 0 0,-1 0 0,0 0 0,0 1 0,-1 0 0,1 1 0,0 0 0,-1 0 0,1 0 0,-1 0 0,0 1 0,0 0 0,0 1 0,-1-1 0,0 1 0,9 9 0,-1 6 0,-1 0 0,-1 0 0,-1 1 0,0 1 0,-2 0 0,-1 0 0,0 0 0,-2 1 0,0 0 0,-2 0 0,0 1 0,-1 36 0,-3-53 0,1 1 0,-1 0 0,0 0 0,-1-1 0,0 1 0,0-1 0,-1 1 0,0-1 0,0 0 0,0 0 0,-1 0 0,0 0 0,-1-1 0,1 0 0,-1 1 0,0-2 0,-1 1 0,0-1 0,0 0 0,-9 7 0,-7 1 0,-1-1 0,0-1 0,-1-2 0,-44 14 0,19-8 0,-5 5 0,34-11 0,-1-2 0,-1 0 0,1-1 0,-1-1 0,-32 2 0,-109-6-1365,127-2-5461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9:18.612"/>
    </inkml:context>
    <inkml:brush xml:id="br0">
      <inkml:brushProperty name="width" value="0.05" units="cm"/>
      <inkml:brushProperty name="height" value="0.05" units="cm"/>
    </inkml:brush>
  </inkml:definitions>
  <inkml:trace contextRef="#ctx0" brushRef="#br0">0 87 24575,'71'-14'0,"30"-5"0,5 1 0,-8 4 0,-14 3 0,-14 5 0,-12 3 0,-8 1 0,-7 2 0,-2 1 0,-2 0 0,0-1 0,0 1 0,-6-1-8191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9:21.156"/>
    </inkml:context>
    <inkml:brush xml:id="br0">
      <inkml:brushProperty name="width" value="0.05" units="cm"/>
      <inkml:brushProperty name="height" value="0.05" units="cm"/>
    </inkml:brush>
  </inkml:definitions>
  <inkml:trace contextRef="#ctx0" brushRef="#br0">0 0 24575,'1'4'0,"1"0"0,0-1 0,-1 1 0,1-1 0,0 0 0,0 1 0,1-1 0,-1 0 0,1 0 0,0-1 0,-1 1 0,1 0 0,0-1 0,1 0 0,3 3 0,1 1 0,15 11 0,1-1 0,32 15 0,-27-15 0,36 25 0,234 219-317,-238-203-731,-35-33-5778</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9:22.649"/>
    </inkml:context>
    <inkml:brush xml:id="br0">
      <inkml:brushProperty name="width" value="0.05" units="cm"/>
      <inkml:brushProperty name="height" value="0.05" units="cm"/>
    </inkml:brush>
  </inkml:definitions>
  <inkml:trace contextRef="#ctx0" brushRef="#br0">243 1 24575,'-2'1'0,"0"0"0,1 0 0,-1 0 0,0 1 0,1-1 0,-1 0 0,1 1 0,0-1 0,-1 1 0,1 0 0,0-1 0,0 1 0,0 0 0,0 0 0,1 0 0,-1 0 0,0 0 0,1-1 0,-1 1 0,1 0 0,0 0 0,-1 4 0,1-5 0,-56 248 0,38-177 0,11-49 0,1 1 0,-4 30 0,3-10 0,-2-1 0,-23 70 0,-5 17 0,9-35-1365,21-67-5461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9:25.071"/>
    </inkml:context>
    <inkml:brush xml:id="br0">
      <inkml:brushProperty name="width" value="0.05" units="cm"/>
      <inkml:brushProperty name="height" value="0.05" units="cm"/>
    </inkml:brush>
  </inkml:definitions>
  <inkml:trace contextRef="#ctx0" brushRef="#br0">0 1 24575,'6'139'0,"28"167"0,-15-196 0,-9-61 0,6 100 0,-14-123-455,0-1 0,11 46 0,-4-36-6371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9:33.759"/>
    </inkml:context>
    <inkml:brush xml:id="br0">
      <inkml:brushProperty name="width" value="0.05" units="cm"/>
      <inkml:brushProperty name="height" value="0.05" units="cm"/>
    </inkml:brush>
  </inkml:definitions>
  <inkml:trace contextRef="#ctx0" brushRef="#br0">174 1 24575,'-20'24'0,"1"1"0,2 1 0,0 0 0,2 2 0,1-1 0,1 2 0,2 0 0,1 0 0,-8 36 0,10-23 0,3 0 0,1 0 0,2 1 0,5 65 0,-1-25 0,-2-75 0,0 0 0,0 0 0,1 1 0,0-1 0,0 0 0,1 0 0,0 0 0,0 0 0,1 0 0,0 0 0,0-1 0,1 1 0,0-1 0,1 0 0,-1 0 0,1-1 0,1 1 0,-1-1 0,1 0 0,0-1 0,0 1 0,1-1 0,-1 0 0,1-1 0,1 1 0,-1-2 0,0 1 0,1-1 0,0 0 0,0 0 0,0-1 0,0 0 0,0-1 0,14 2 0,23 1 0,-1-2 0,1-1 0,0-3 0,-1-1 0,75-16 0,-82 10 0,0-1 0,-1-1 0,-1-3 0,1 0 0,-2-3 0,0 0 0,32-24 0,-55 33 0,0 0 0,0-1 0,-1 0 0,0-1 0,0 0 0,-1-1 0,-1 0 0,0 0 0,0-1 0,5-12 0,-10 18 0,-1 0 0,1-1 0,-2 1 0,1 0 0,-1-1 0,0 1 0,0-1 0,-1 1 0,0-1 0,0 0 0,0 1 0,-1-1 0,0 1 0,0-1 0,-1 1 0,0-1 0,0 1 0,0 0 0,-1 0 0,0 0 0,0 0 0,-8-10 0,2 3 0,-1 1 0,-1 1 0,0 0 0,0 0 0,-1 1 0,0 0 0,-1 1 0,0 1 0,-25-13 0,-7 2 0,-84-24 0,29 10 0,6 8 0,71 21 0,0-2 0,1-1 0,-41-17 0,-33-14 96,72 31-583,1-2 0,-41-21 0,43 16-6339</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9:36.480"/>
    </inkml:context>
    <inkml:brush xml:id="br0">
      <inkml:brushProperty name="width" value="0.05" units="cm"/>
      <inkml:brushProperty name="height" value="0.05" units="cm"/>
    </inkml:brush>
  </inkml:definitions>
  <inkml:trace contextRef="#ctx0" brushRef="#br0">52 217 24575,'-3'47'0,"-15"87"0,-2 16 0,18-110 0,-1-3 0,1 1 0,2-1 0,1 1 0,12 61 0,-12-92 0,1-1 0,0 1 0,0-1 0,1 1 0,0-1 0,0 0 0,1 0 0,-1-1 0,1 1 0,0-1 0,1 1 0,-1-1 0,1-1 0,0 1 0,1-1 0,-1 0 0,1 0 0,-1 0 0,14 5 0,-4-3 0,0-2 0,1 0 0,0 0 0,-1-2 0,1 0 0,1-1 0,22-1 0,-12 0 0,0-1 0,44-8 0,-60 7 0,-1-1 0,1 0 0,-1 0 0,0-1 0,0-1 0,0 0 0,-1 0 0,0-1 0,14-11 0,36-34 0,103-115 0,-140 140 0,-1-1 0,-2-1 0,-1-1 0,-1 0 0,-1-2 0,-2 0 0,12-35 0,-19 40 0,-2 1 0,0-2 0,-1 1 0,0-30 0,-4 39 0,0 0 0,-1-1 0,-1 1 0,-1 0 0,0 0 0,-1 0 0,-9-22 0,10 33 0,0-1 0,-1 1 0,0 0 0,0 0 0,-1 0 0,1 1 0,-1-1 0,0 1 0,-1 0 0,1 1 0,-1-1 0,0 1 0,0 0 0,0 1 0,-1-1 0,0 1 0,1 1 0,-1-1 0,0 1 0,0 0 0,-11-1 0,-13-1 0,-1 1 0,1 2 0,-55 4 0,37-1 0,30 0 0,1 0 0,-1 0 0,1 2 0,0 0 0,-33 13 0,-80 46 0,130-62 0,-57 27 0,34-18 0,1 2 0,0 1 0,-24 18 0,16-8-1365,4-3-5461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9:38.288"/>
    </inkml:context>
    <inkml:brush xml:id="br0">
      <inkml:brushProperty name="width" value="0.05" units="cm"/>
      <inkml:brushProperty name="height" value="0.05" units="cm"/>
    </inkml:brush>
  </inkml:definitions>
  <inkml:trace contextRef="#ctx0" brushRef="#br0">1 84 24575,'0'-7'0,"7"-2"0,17 0 0,11 2 0,6 2 0,12-5 0,2-1 0,7 1 0,0 3 0,-4 2 0,-4 3 0,-5 0 0,-3 2 0,-3 0 0,-1 1 0,-1-1 0,0 1 0,-7-1-8191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9:39.545"/>
    </inkml:context>
    <inkml:brush xml:id="br0">
      <inkml:brushProperty name="width" value="0.05" units="cm"/>
      <inkml:brushProperty name="height" value="0.05" units="cm"/>
    </inkml:brush>
  </inkml:definitions>
  <inkml:trace contextRef="#ctx0" brushRef="#br0">1 0 24575,'14'0'0,"12"0"0,8 0 0,12 0 0,7 0 0,0 0 0,-1 0 0,-3 0 0,-2 0 0,-3 0 0,-1 0 0,-1 0 0,0 0 0,-1 0 0,0 0 0,0 0 0,-6 0-8191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9:47.623"/>
    </inkml:context>
    <inkml:brush xml:id="br0">
      <inkml:brushProperty name="width" value="0.05" units="cm"/>
      <inkml:brushProperty name="height" value="0.05" units="cm"/>
      <inkml:brushProperty name="color" value="#E71224"/>
    </inkml:brush>
  </inkml:definitions>
  <inkml:trace contextRef="#ctx0" brushRef="#br0">84 178 24575,'0'568'0,"0"-616"0,-3 0 0,-1 0 0,-13-57 0,-18-132 0,30 216 0,-13-71 0,17 83 0,1 0 0,-1 1 0,1-1 0,1 0 0,-1 1 0,1-1 0,1 1 0,2-11 0,-2 15 0,0 1 0,0-1 0,1 1 0,-1-1 0,1 1 0,-1 0 0,1 0 0,0 0 0,0 1 0,0-1 0,1 1 0,-1-1 0,0 1 0,1 0 0,0 0 0,0 1 0,-1-1 0,1 1 0,0 0 0,0 0 0,0 0 0,8-1 0,11 0 0,0 1 0,44 2 0,-39 1 0,703 5 0,-723-8 0,-1 1 0,1 1 0,-1 0 0,1 0 0,-1 0 0,0 1 0,1 0 0,-1 0 0,8 4 0,-12-4 0,0 0 0,0 0 0,0 1 0,0-1 0,0 1 0,0 0 0,-1-1 0,1 1 0,-1 1 0,0-1 0,0 0 0,0 0 0,0 1 0,-1-1 0,1 1 0,-1 0 0,0-1 0,0 1 0,1 7 0,2 31 0,-1 0 0,-2 0 0,-6 60 0,0-4 0,4-52 0,1-4 0,-1 0 0,-15 81 0,5-64 0,3 1 0,-2 74 0,12 125 0,1-95 0,-3 457-1365,0-586-5461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9:49.131"/>
    </inkml:context>
    <inkml:brush xml:id="br0">
      <inkml:brushProperty name="width" value="0.05" units="cm"/>
      <inkml:brushProperty name="height" value="0.05" units="cm"/>
      <inkml:brushProperty name="color" value="#E71224"/>
    </inkml:brush>
  </inkml:definitions>
  <inkml:trace contextRef="#ctx0" brushRef="#br0">1 1 24575,'791'0'-1365,"-755"0"-5461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9:52.116"/>
    </inkml:context>
    <inkml:brush xml:id="br0">
      <inkml:brushProperty name="width" value="0.05" units="cm"/>
      <inkml:brushProperty name="height" value="0.05" units="cm"/>
      <inkml:brushProperty name="color" value="#E71224"/>
    </inkml:brush>
  </inkml:definitions>
  <inkml:trace contextRef="#ctx0" brushRef="#br0">1 36 24575,'0'7'0,"0"-1"0,0 1 0,1 0 0,-1-1 0,2 1 0,-1 0 0,1-1 0,0 1 0,0-1 0,4 7 0,-4-10 0,0 0 0,1 1 0,0-1 0,0 0 0,0-1 0,0 1 0,0 0 0,1-1 0,-1 0 0,1 0 0,0 0 0,-1 0 0,1 0 0,0-1 0,0 0 0,0 0 0,7 1 0,7 2 0,0-1 0,1-1 0,21 0 0,-35-2 0,1 0 0,-1 0 0,1 0 0,-1-1 0,1 0 0,-1 0 0,0-1 0,1 1 0,-1-1 0,0 0 0,0-1 0,0 1 0,-1-1 0,9-6 0,-11 8 0,-1-1 0,0 1 0,1-1 0,-1 1 0,0-1 0,0 0 0,0 0 0,0 1 0,0-1 0,0 0 0,-1 0 0,1 0 0,-1 0 0,1 0 0,-1 0 0,0 0 0,1 0 0,-1 0 0,0 0 0,0 0 0,-1 0 0,1-2 0,-1 0 0,-1 0 0,1 0 0,-1 1 0,0-1 0,0 0 0,0 1 0,0 0 0,0-1 0,-1 1 0,-4-5 0,1 3 0,0-1 0,-1 1 0,1 0 0,-1 0 0,0 1 0,0 0 0,0 0 0,-1 0 0,1 1 0,-12-3 0,12 6-85,1 0 0,-1 0-1,0 1 1,0-1 0,0 1-1,1 1 1,-1-1 0,0 1-1,1 1 1,-1-1 0,1 1-1,0 0 1,0 0 0,0 1-1,-10 8 1,-7 4-6741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9:53.924"/>
    </inkml:context>
    <inkml:brush xml:id="br0">
      <inkml:brushProperty name="width" value="0.05" units="cm"/>
      <inkml:brushProperty name="height" value="0.05" units="cm"/>
      <inkml:brushProperty name="color" value="#E71224"/>
    </inkml:brush>
  </inkml:definitions>
  <inkml:trace contextRef="#ctx0" brushRef="#br0">543 1 24575,'0'12'0,"-2"1"0,0-1 0,0 0 0,-5 12 0,-4 27 0,-3 52 0,5-30 0,-19 79 0,-21 96 0,-4 15 0,-114 370 0,124-451 0,-21 202 0,15-5 0,30-288 0,12-64 0,1-1 0,-3 41 0,7 12-1365,2-43-5461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19:57.398"/>
    </inkml:context>
    <inkml:brush xml:id="br0">
      <inkml:brushProperty name="width" value="0.05" units="cm"/>
      <inkml:brushProperty name="height" value="0.05" units="cm"/>
      <inkml:brushProperty name="color" value="#E71224"/>
    </inkml:brush>
  </inkml:definitions>
  <inkml:trace contextRef="#ctx0" brushRef="#br0">2 153 24575,'0'6'0,"0"1"0,0 0 0,1 0 0,0 0 0,0-1 0,0 1 0,1 0 0,0-1 0,0 1 0,4 5 0,-4-8 0,1-1 0,0 0 0,-1 0 0,1 0 0,0 0 0,1 0 0,-1-1 0,0 1 0,1-1 0,-1 0 0,1 0 0,0 0 0,0 0 0,0-1 0,0 0 0,0 0 0,7 2 0,17 1 0,1 0 0,-1-2 0,1-1 0,0-1 0,34-5 0,-60 5 0,0 0 0,0-1 0,1 1 0,-1-1 0,0 1 0,0-1 0,0 0 0,0 0 0,0-1 0,0 1 0,-1 0 0,1-1 0,0 0 0,-1 0 0,1 0 0,-1 0 0,1 0 0,-1 0 0,0 0 0,0-1 0,0 1 0,0-1 0,2-4 0,-3 3 0,-1 1 0,1 0 0,-1-1 0,0 1 0,0 0 0,0-1 0,-1 1 0,1 0 0,-1-1 0,1 1 0,-1 0 0,0-1 0,-1 1 0,1 0 0,0 0 0,-1 0 0,0 0 0,0 0 0,0 1 0,0-1 0,-4-4 0,-11-13 0,-1 1 0,-1 0 0,-1 2 0,0 0 0,-1 1 0,-1 1 0,-35-18 0,54 32 5,0-1-1,0 1 0,0 0 0,0 0 1,0 0-1,-1 0 0,1 0 0,0 1 1,0-1-1,-1 1 0,1 0 1,0 0-1,-1 0 0,1 1 0,0-1 1,0 1-1,-1 0 0,1-1 0,0 2 1,0-1-1,0 0 0,0 0 1,0 1-1,0 0 0,1 0 0,-1 0 1,-4 4-1,2-1-128,0 1 0,1 0 1,0 0-1,0 0 0,0 0 0,0 1 1,1 0-1,0-1 0,1 1 0,0 0 1,-3 12-1,0 13-6702</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4:22.465"/>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5:24.582"/>
    </inkml:context>
    <inkml:brush xml:id="br0">
      <inkml:brushProperty name="width" value="0.05" units="cm"/>
      <inkml:brushProperty name="height" value="0.05" units="cm"/>
    </inkml:brush>
  </inkml:definitions>
  <inkml:trace contextRef="#ctx0" brushRef="#br0">0 0 24575,'0'1417'-1365,"0"-1381"-5461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5:27.003"/>
    </inkml:context>
    <inkml:brush xml:id="br0">
      <inkml:brushProperty name="width" value="0.05" units="cm"/>
      <inkml:brushProperty name="height" value="0.05" units="cm"/>
    </inkml:brush>
  </inkml:definitions>
  <inkml:trace contextRef="#ctx0" brushRef="#br0">0 45 24575,'25'-2'0,"0"0"0,0-2 0,33-9 0,-29 6 0,59-7 0,252 11 60,-179 5-1485,-125-2-5401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5:28.858"/>
    </inkml:context>
    <inkml:brush xml:id="br0">
      <inkml:brushProperty name="width" value="0.05" units="cm"/>
      <inkml:brushProperty name="height" value="0.05" units="cm"/>
    </inkml:brush>
  </inkml:definitions>
  <inkml:trace contextRef="#ctx0" brushRef="#br0">0 0 24575,'628'0'0,"-613"1"-273,1 0 0,-1 0 0,1 2 0,29 8 0,-19-3-6553</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5:31.891"/>
    </inkml:context>
    <inkml:brush xml:id="br0">
      <inkml:brushProperty name="width" value="0.05" units="cm"/>
      <inkml:brushProperty name="height" value="0.05" units="cm"/>
    </inkml:brush>
  </inkml:definitions>
  <inkml:trace contextRef="#ctx0" brushRef="#br0">0 1 24575,'7'0'0,"10"0"0,8 0 0,8 0 0,5 0 0,3 0 0,9 0 0,3 0 0,-1 0 0,6 0 0,-1 0 0,-2 0 0,-4 0 0,-4 0 0,-2 0 0,-9 0-8191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5:34.029"/>
    </inkml:context>
    <inkml:brush xml:id="br0">
      <inkml:brushProperty name="width" value="0.05" units="cm"/>
      <inkml:brushProperty name="height" value="0.05" units="cm"/>
    </inkml:brush>
  </inkml:definitions>
  <inkml:trace contextRef="#ctx0" brushRef="#br0">0 0 24575,'7'0'0,"10"0"0,8 0 0,8 0 0,5 0 0,3 0 0,2 0 0,1 0 0,-1 0 0,0 0 0,0 0 0,-1 0 0,0 0 0,0 0 0,0 0 0,-1 0 0,1 0 0,-8 0-8191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5:37.819"/>
    </inkml:context>
    <inkml:brush xml:id="br0">
      <inkml:brushProperty name="width" value="0.05" units="cm"/>
      <inkml:brushProperty name="height" value="0.05" units="cm"/>
    </inkml:brush>
  </inkml:definitions>
  <inkml:trace contextRef="#ctx0" brushRef="#br0">299 0 24575,'-16'1'0,"0"0"0,1 0 0,-1 2 0,1 0 0,-1 0 0,1 2 0,0 0 0,0 0 0,1 2 0,-22 12 0,29-15 0,-1 2 0,0-1 0,1 1 0,0 0 0,1 0 0,-1 1 0,1 0 0,0 0 0,1 0 0,0 1 0,0 0 0,1 0 0,0 0 0,0 1 0,1-1 0,0 1 0,0 0 0,1 0 0,-2 11 0,0 31 0,3 1 0,8 93 0,-7-137 0,1 0 0,1 0 0,-1-1 0,1 1 0,0-1 0,1 1 0,0-1 0,0 0 0,1 0 0,0 0 0,0 0 0,0-1 0,1 0 0,0 0 0,0 0 0,1 0 0,6 5 0,-3-5 0,0-1 0,0 0 0,1-1 0,-1 0 0,1 0 0,0-1 0,0 0 0,0 0 0,1-1 0,-1-1 0,0 0 0,13 0 0,230-6 0,-225 0 0,1-1 0,34-13 0,-48 15 0,-9 1 0,1 0 0,-1 0 0,0 0 0,0-1 0,0 0 0,0 0 0,-1 0 0,0-1 0,0 0 0,0 0 0,0 0 0,-1 0 0,0-1 0,0 0 0,0 0 0,-1 0 0,0 0 0,0-1 0,0 1 0,-1-1 0,0 0 0,1-9 0,3-14 0,-2 0 0,-1 0 0,-1-52 0,-2 69 0,0 1 0,-1 0 0,0 0 0,-1-1 0,-1 1 0,0 0 0,-1 1 0,0-1 0,0 1 0,-1-1 0,-7-10 0,7 15 0,0 0 0,-1 0 0,0 1 0,-1-1 0,1 1 0,-1 0 0,0 1 0,-1 0 0,1 0 0,-1 0 0,0 1 0,0 0 0,0 1 0,-1 0 0,-15-4 0,-13 0 62,-64-5 1,61 9-808,-52-12 0,64 8-6081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5:39.801"/>
    </inkml:context>
    <inkml:brush xml:id="br0">
      <inkml:brushProperty name="width" value="0.05" units="cm"/>
      <inkml:brushProperty name="height" value="0.05" units="cm"/>
    </inkml:brush>
  </inkml:definitions>
  <inkml:trace contextRef="#ctx0" brushRef="#br0">2 0 24575,'0'14'0,"-2"34"0,3 1 0,1 0 0,3-1 0,2 0 0,19 72 0,-14-82 0,-2 0 0,-2 1 0,-1 0 0,-2 0 0,0 61 0,-3-72 0,0 1 0,13 49 0,-8-45 0,4 49 0,-7-37 0,2-1 0,12 49 0,-7-7 103,-10-65-592,2 0-1,7 33 1,-1-28-6337</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5:43.275"/>
    </inkml:context>
    <inkml:brush xml:id="br0">
      <inkml:brushProperty name="width" value="0.05" units="cm"/>
      <inkml:brushProperty name="height" value="0.05" units="cm"/>
    </inkml:brush>
  </inkml:definitions>
  <inkml:trace contextRef="#ctx0" brushRef="#br0">0 0 24575,'0'1002'0,"1"-970"0,2 1 0,1-1 0,2 0 0,1 0 0,18 49 0,-13-54 0,1 0 0,1-2 0,1 1 0,1-2 0,2 0 0,27 28 0,46 23 0,-71-55-1365,-2-2-5461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5:45.963"/>
    </inkml:context>
    <inkml:brush xml:id="br0">
      <inkml:brushProperty name="width" value="0.05" units="cm"/>
      <inkml:brushProperty name="height" value="0.05" units="cm"/>
    </inkml:brush>
  </inkml:definitions>
  <inkml:trace contextRef="#ctx0" brushRef="#br0">4 214 24575,'-1'-52'0,"-1"32"0,2-1 0,0 1 0,1 0 0,1 0 0,5-21 0,-6 40 0,-1 0 0,0 0 0,0 0 0,1 0 0,-1-1 0,0 1 0,1 0 0,-1 0 0,1 0 0,-1 0 0,1 1 0,0-1 0,-1 0 0,1 0 0,0 0 0,0 0 0,-1 1 0,1-1 0,2-1 0,-3 2 0,1 0 0,-1 1 0,1-1 0,0 0 0,-1 0 0,1 0 0,-1 0 0,1 1 0,0-1 0,-1 0 0,1 1 0,-1-1 0,1 0 0,-1 1 0,1-1 0,-1 1 0,0-1 0,1 1 0,-1-1 0,1 1 0,-1-1 0,0 1 0,1-1 0,-1 2 0,21 51 0,-16-40 0,27 67 0,69 196 0,-62-100 0,-1-2 0,-29-136-273,-2 1 0,-2-1 0,-2 1 0,-2 71 0,-1-74-6553</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5:47.597"/>
    </inkml:context>
    <inkml:brush xml:id="br0">
      <inkml:brushProperty name="width" value="0.05" units="cm"/>
      <inkml:brushProperty name="height" value="0.05" units="cm"/>
    </inkml:brush>
  </inkml:definitions>
  <inkml:trace contextRef="#ctx0" brushRef="#br0">1 0 24575,'-1'87'0,"4"0"0,19 115 0,13 7 0,-26-165-455,-2 0 0,3 75 0,-10-83-6371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5:49.028"/>
    </inkml:context>
    <inkml:brush xml:id="br0">
      <inkml:brushProperty name="width" value="0.05" units="cm"/>
      <inkml:brushProperty name="height" value="0.05" units="cm"/>
    </inkml:brush>
  </inkml:definitions>
  <inkml:trace contextRef="#ctx0" brushRef="#br0">0 44 24575,'7'0'0,"10"-7"0,8-2 0,8-1 0,5 3 0,3 2 0,2 2 0,1 1 0,-1 1 0,0 1 0,0 0 0,-1 1 0,0-1 0,0 1 0,0-1 0,-8 0-8191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5:52.061"/>
    </inkml:context>
    <inkml:brush xml:id="br0">
      <inkml:brushProperty name="width" value="0.05" units="cm"/>
      <inkml:brushProperty name="height" value="0.05" units="cm"/>
    </inkml:brush>
  </inkml:definitions>
  <inkml:trace contextRef="#ctx0" brushRef="#br0">0 573 24575,'2'-10'0,"1"0"0,0 0 0,0 0 0,1 1 0,0-1 0,0 1 0,1 0 0,12-16 0,3-8 0,9-20 0,-18 36 0,-1-1 0,-1 0 0,0-1 0,-1 0 0,-1 0 0,-1-1 0,6-37 0,28-135 0,-39 187 0,3 107 0,-7-38 0,1-29 0,1 0 0,6 59 0,-4-86 0,0 0 0,1 0 0,0 0 0,0 0 0,1 0 0,0 0 0,0-1 0,1 1 0,0-1 0,0 0 0,0 0 0,1 0 0,0-1 0,1 0 0,0 0 0,10 9 0,-8-10 0,0-1 0,1 1 0,0-2 0,0 1 0,0-1 0,0 0 0,1-1 0,-1 0 0,0-1 0,15 1 0,18-1 0,47-5 0,-30 1 0,-36 3 0,-1-1 0,1-1 0,39-9 0,-54 9 0,-1-1 0,0 1 0,1-2 0,-2 1 0,1-1 0,0 0 0,-1 0 0,1-1 0,-1 0 0,-1 0 0,1 0 0,-1-1 0,1 1 0,6-12 0,-4 4 15,0 0 0,-1 0 0,-1-1 0,0 0 0,-1 0 0,0 0 0,4-30 0,-4 10-510,-3-1 0,-1-44 0,-2 43-6331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5:55.329"/>
    </inkml:context>
    <inkml:brush xml:id="br0">
      <inkml:brushProperty name="width" value="0.05" units="cm"/>
      <inkml:brushProperty name="height" value="0.05" units="cm"/>
    </inkml:brush>
  </inkml:definitions>
  <inkml:trace contextRef="#ctx0" brushRef="#br0">52 106 24575,'0'-7'0,"0"-10"0,0-8 0,-7-1 0,-10 4 0,-1 14 0,9 7 0,13 5 0,13 1 0,11 0 0,7-1 0,-1-2-8191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5:57.843"/>
    </inkml:context>
    <inkml:brush xml:id="br0">
      <inkml:brushProperty name="width" value="0.05" units="cm"/>
      <inkml:brushProperty name="height" value="0.05" units="cm"/>
    </inkml:brush>
  </inkml:definitions>
  <inkml:trace contextRef="#ctx0" brushRef="#br0">0 0 24575,'12'2'0,"0"0"0,0 1 0,-1 0 0,1 1 0,-1 1 0,18 9 0,-15-8 0,25 16 0,-1 1 0,-1 2 0,-2 2 0,58 54 0,-49-42 0,-18-13 0,-1 0 0,23 34 0,6 4 0,68 79 0,-106-126 0,0 1 0,-1 0 0,-1 1 0,-1 0 0,0 2 0,-2-1 0,0 1 0,-2 1 0,0 0 0,-1 0 0,-2 1 0,7 34 0,8 54 0,-12-72 0,-1 1 0,3 63 0,-13 146-1365,2-213-5461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6:01.976"/>
    </inkml:context>
    <inkml:brush xml:id="br0">
      <inkml:brushProperty name="width" value="0.05" units="cm"/>
      <inkml:brushProperty name="height" value="0.05" units="cm"/>
    </inkml:brush>
  </inkml:definitions>
  <inkml:trace contextRef="#ctx0" brushRef="#br0">2 47 24575,'-2'107'0,"5"119"0,-2-221 0,0 0 0,0 0 0,0 0 0,1-1 0,0 1 0,0 0 0,0-1 0,0 0 0,1 1 0,-1-1 0,5 4 0,-6-7 0,-1 0 0,1 0 0,0-1 0,-1 1 0,1 0 0,0-1 0,0 1 0,-1-1 0,1 1 0,0-1 0,0 1 0,0-1 0,0 0 0,0 1 0,0-1 0,0 0 0,0 0 0,0 0 0,0 1 0,0-1 0,0 0 0,0 0 0,1-1 0,-1 1 0,1-1 0,-1 0 0,1 0 0,-1 0 0,0 0 0,1 0 0,-1-1 0,0 1 0,0 0 0,0-1 0,0 1 0,0 0 0,0-1 0,0 1 0,-1-1 0,1 0 0,0 1 0,0-3 0,4-14 0,-1 0 0,-1 0 0,-1 0 0,0 0 0,-1 0 0,-3-31 0,1 24 0,1 0 0,1 0 0,5-29 0,-4 47 0,-1 0 0,1 1 0,1-1 0,-1 0 0,1 1 0,0-1 0,0 1 0,1 0 0,0 0 0,0 0 0,1 0 0,-1 1 0,1 0 0,0 0 0,9-6 0,-8 6 0,1 1 0,0 1 0,0-1 0,1 1 0,-1 0 0,1 1 0,0-1 0,-1 2 0,1-1 0,0 1 0,0 0 0,0 1 0,13 0 0,-14 1 0,-1-1 0,0 1 0,0 0 0,1 1 0,-1-1 0,0 1 0,0 0 0,0 1 0,-1-1 0,1 1 0,-1 1 0,1-1 0,-1 1 0,0-1 0,0 2 0,-1-1 0,7 7 0,-1 3 12,-1 0 0,-1 1 0,0-1 0,-1 2 0,0-1 0,-1 1 0,-1 0 0,-1 0 0,4 25 0,-3 7-507,-2-1 0,-4 50 0,1-61-6331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6:22.710"/>
    </inkml:context>
    <inkml:brush xml:id="br0">
      <inkml:brushProperty name="width" value="0.05" units="cm"/>
      <inkml:brushProperty name="height" value="0.05" units="cm"/>
    </inkml:brush>
  </inkml:definitions>
  <inkml:trace contextRef="#ctx0" brushRef="#br0">1 708 24575,'1'0'0,"1"0"0,-1-1 0,1 1 0,-1 0 0,1-1 0,-1 0 0,0 1 0,1-1 0,-1 0 0,0 0 0,1 0 0,-1 0 0,0 0 0,0 0 0,0 0 0,0 0 0,0 0 0,0 0 0,0-1 0,0 0 0,17-34 0,-12 24 0,31-53 0,89-121 0,-14 27 0,-93 127 0,20-51 0,10-19 0,-49 102 0,1-1 0,-1 0 0,0 0 0,1 0 0,-1 0 0,1 0 0,-1 1 0,1-1 0,0 0 0,-1 0 0,1 1 0,0-1 0,-1 0 0,1 1 0,0-1 0,0 1 0,0-1 0,-1 1 0,1-1 0,0 1 0,0 0 0,1-1 0,-1 1 0,0 1 0,-1-1 0,1 1 0,-1-1 0,1 1 0,0-1 0,-1 1 0,0 0 0,1-1 0,-1 1 0,1 0 0,-1-1 0,0 1 0,1 0 0,-1-1 0,0 1 0,0 0 0,1 0 0,-1-1 0,0 1 0,0 1 0,4 53 0,-4-50 0,-1 813 110,-1-335-1585,2-447-5351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6:06.662"/>
    </inkml:context>
    <inkml:brush xml:id="br0">
      <inkml:brushProperty name="width" value="0.05" units="cm"/>
      <inkml:brushProperty name="height" value="0.05" units="cm"/>
    </inkml:brush>
  </inkml:definitions>
  <inkml:trace contextRef="#ctx0" brushRef="#br0">0 1 24575,'23'0'0,"97"-1"0,127 18 0,170 12 0,4-31 0,-147 0 0,641 2-1365,-879 0-5461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6:09.398"/>
    </inkml:context>
    <inkml:brush xml:id="br0">
      <inkml:brushProperty name="width" value="0.05" units="cm"/>
      <inkml:brushProperty name="height" value="0.05" units="cm"/>
    </inkml:brush>
  </inkml:definitions>
  <inkml:trace contextRef="#ctx0" brushRef="#br0">1 0 24575,'0'3'0,"1"1"0,-1-1 0,1 0 0,0 0 0,0 0 0,1 0 0,-1 0 0,0 0 0,1 0 0,0 0 0,0-1 0,0 1 0,2 2 0,37 37 0,-15-16 0,41 59 0,20 22 0,-65-81 0,-1 0 0,33 59 0,18 24 0,-67-102 0,0-1 0,-1 1 0,1 0 0,-1 1 0,-1-1 0,0 1 0,0 0 0,0-1 0,-1 1 0,0 0 0,0 1 0,1 15 0,-4-19 0,1 0 0,0 0 0,-1 0 0,0 0 0,0 0 0,0-1 0,-1 1 0,0 0 0,1-1 0,-2 1 0,1-1 0,0 0 0,-1 1 0,0-1 0,0 0 0,0-1 0,-1 1 0,1-1 0,-1 1 0,0-1 0,0 0 0,-7 4 0,-79 40 0,68-37 0,0 1 0,0 0 0,1 2 0,0 1 0,-23 20 0,-1 5-11,33-31-215,0 2 1,1 0-1,0 0 0,1 1 1,-17 22-1,14-11-6600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6:26.073"/>
    </inkml:context>
    <inkml:brush xml:id="br0">
      <inkml:brushProperty name="width" value="0.05" units="cm"/>
      <inkml:brushProperty name="height" value="0.05" units="cm"/>
    </inkml:brush>
  </inkml:definitions>
  <inkml:trace contextRef="#ctx0" brushRef="#br0">1 0 24575,'1843'0'0,"-1785"3"0,84 14 0,6 2 0,46 3 0,-104-10 0,96 1 0,319-15-1365,-469 2-5461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6:40.815"/>
    </inkml:context>
    <inkml:brush xml:id="br0">
      <inkml:brushProperty name="width" value="0.05" units="cm"/>
      <inkml:brushProperty name="height" value="0.05" units="cm"/>
    </inkml:brush>
  </inkml:definitions>
  <inkml:trace contextRef="#ctx0" brushRef="#br0">1 317 24575,'1'-14'0,"1"0"0,1 1 0,0-1 0,1 0 0,6-14 0,0-2 0,4-15 0,-3 10 0,-1 0 0,6-40 0,-19 115 0,2-1 0,2 1 0,9 63 0,-9-98 0,0 0 0,1 0 0,-1 0 0,1 0 0,0 0 0,1 0 0,-1-1 0,1 1 0,0-1 0,0 0 0,0 1 0,1-1 0,0-1 0,-1 1 0,1-1 0,0 1 0,1-1 0,-1 0 0,1-1 0,7 4 0,-5-3 0,1 0 0,-1-1 0,1-1 0,0 1 0,0-1 0,0 0 0,0-1 0,0 0 0,0 0 0,0-1 0,0 0 0,0 0 0,8-3 0,-6 2-76,0-1 1,-1 0-1,1 0 0,-1-1 0,0 0 0,0 0 0,0-1 0,-1-1 1,1 1-1,-1-1 0,-1-1 0,1 1 0,-1-1 0,0-1 1,-1 1-1,1-1 0,5-11 0,2-4-6750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6:29.816"/>
    </inkml:context>
    <inkml:brush xml:id="br0">
      <inkml:brushProperty name="width" value="0.05" units="cm"/>
      <inkml:brushProperty name="height" value="0.05" units="cm"/>
    </inkml:brush>
  </inkml:definitions>
  <inkml:trace contextRef="#ctx0" brushRef="#br0">255 1 24575,'-1'5'0,"0"-1"0,-1 1 0,0 0 0,1-1 0,-1 0 0,-1 1 0,1-1 0,-1 0 0,1 0 0,-1 0 0,0 0 0,-5 4 0,-17 27 0,-29 76 0,27-59 0,2 1 0,2 1 0,3 1 0,-16 68 0,29-72 0,3 1 0,5 101 0,1-75 0,-1-50 0,2 0 0,1 0 0,1 0 0,14 39 0,44 104 0,-60-164 0,3 9-341,-1 1 0,0 1-1,4 34 1,-5-19-6485</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6:32.691"/>
    </inkml:context>
    <inkml:brush xml:id="br0">
      <inkml:brushProperty name="width" value="0.05" units="cm"/>
      <inkml:brushProperty name="height" value="0.05" units="cm"/>
    </inkml:brush>
  </inkml:definitions>
  <inkml:trace contextRef="#ctx0" brushRef="#br0">1 107 24575,'2'-1'0,"1"1"0,0 0 0,-1-1 0,1 0 0,-1 0 0,1 0 0,-1 0 0,0 0 0,1 0 0,-1 0 0,0-1 0,0 1 0,0-1 0,0 0 0,0 0 0,0 1 0,0-1 0,-1 0 0,1-1 0,-1 1 0,3-4 0,22-54 0,-21 47 0,-2 15 0,-1 14 0,-1 23 0,-2 9 0,2 0 0,2 0 0,16 83 0,-2-61-97,-5-22-220,-1 0 0,-3 1 0,3 51 0,-11-65-6509</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6:34.293"/>
    </inkml:context>
    <inkml:brush xml:id="br0">
      <inkml:brushProperty name="width" value="0.05" units="cm"/>
      <inkml:brushProperty name="height" value="0.05" units="cm"/>
    </inkml:brush>
  </inkml:definitions>
  <inkml:trace contextRef="#ctx0" brushRef="#br0">1 1 24575,'0'7'0,"0"9"0,0 10 0,0 6 0,0 6 0,7 3 0,2 1 0,0 2 0,-2-1 0,-2 1 0,-2-2 0,-1 1 0,-2-1 0,0-7-8191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6:36.023"/>
    </inkml:context>
    <inkml:brush xml:id="br0">
      <inkml:brushProperty name="width" value="0.05" units="cm"/>
      <inkml:brushProperty name="height" value="0.05" units="cm"/>
    </inkml:brush>
  </inkml:definitions>
  <inkml:trace contextRef="#ctx0" brushRef="#br0">1 0 24575,'7'0'0,"10"0"0,8 0 0,8 0 0,5 0 0,3 0 0,2 0 0,0 0 0,-7 0-8191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6:44.004"/>
    </inkml:context>
    <inkml:brush xml:id="br0">
      <inkml:brushProperty name="width" value="0.05" units="cm"/>
      <inkml:brushProperty name="height" value="0.05" units="cm"/>
    </inkml:brush>
  </inkml:definitions>
  <inkml:trace contextRef="#ctx0" brushRef="#br0">0 1 24575,'0'0'0,"7"0"0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6:46.409"/>
    </inkml:context>
    <inkml:brush xml:id="br0">
      <inkml:brushProperty name="width" value="0.05" units="cm"/>
      <inkml:brushProperty name="height" value="0.05" units="cm"/>
    </inkml:brush>
  </inkml:definitions>
  <inkml:trace contextRef="#ctx0" brushRef="#br0">0 1 24575,'0'6'0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6:49.082"/>
    </inkml:context>
    <inkml:brush xml:id="br0">
      <inkml:brushProperty name="width" value="0.05" units="cm"/>
      <inkml:brushProperty name="height" value="0.05" units="cm"/>
    </inkml:brush>
  </inkml:definitions>
  <inkml:trace contextRef="#ctx0" brushRef="#br0">0 1 24575,'0'0'-8191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6:51.785"/>
    </inkml:context>
    <inkml:brush xml:id="br0">
      <inkml:brushProperty name="width" value="0.05" units="cm"/>
      <inkml:brushProperty name="height" value="0.05" units="cm"/>
    </inkml:brush>
  </inkml:definitions>
  <inkml:trace contextRef="#ctx0" brushRef="#br0">0 0 24575,'0'0'-8191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6:52.413"/>
    </inkml:context>
    <inkml:brush xml:id="br0">
      <inkml:brushProperty name="width" value="0.05" units="cm"/>
      <inkml:brushProperty name="height" value="0.05" units="cm"/>
    </inkml:brush>
  </inkml:definitions>
  <inkml:trace contextRef="#ctx0" brushRef="#br0">0 0 24575,'0'0'-8191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6:57.096"/>
    </inkml:context>
    <inkml:brush xml:id="br0">
      <inkml:brushProperty name="width" value="0.05" units="cm"/>
      <inkml:brushProperty name="height" value="0.05" units="cm"/>
    </inkml:brush>
  </inkml:definitions>
  <inkml:trace contextRef="#ctx0" brushRef="#br0">1 0 24575,'3'1'0,"0"-1"0,0 1 0,0 0 0,0 0 0,0 0 0,-1 0 0,1 1 0,0-1 0,-1 1 0,1 0 0,-1 0 0,4 3 0,32 31 0,-24-22 0,29 26 0,-1-2 0,-2 1 0,-2 2 0,-1 1 0,57 88 0,-75-93 0,-3 0 0,13 44 0,14 32 0,-32-84 0,-1 1 0,-1 0 0,-2 1 0,-1 0 0,3 49 0,-7-62 0,16 77 0,-12-66 0,7 57 0,-12-68-116,0 6-196,1-1-1,0 0 1,10 36 0,-3-32-6514</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7:01.399"/>
    </inkml:context>
    <inkml:brush xml:id="br0">
      <inkml:brushProperty name="width" value="0.05" units="cm"/>
      <inkml:brushProperty name="height" value="0.05" units="cm"/>
    </inkml:brush>
  </inkml:definitions>
  <inkml:trace contextRef="#ctx0" brushRef="#br0">6 12 24575,'-2'65'0,"0"-43"0,1-1 0,0 1 0,2 0 0,1-1 0,0 1 0,2-1 0,10 35 0,-13-53 0,0 0 0,1-1 0,-1 1 0,1-1 0,-1 1 0,1-1 0,0 0 0,0 1 0,0-1 0,0 0 0,0 0 0,5 2 0,-7-3 0,1-1 0,0 0 0,0 1 0,0-1 0,0 0 0,0 0 0,0 0 0,0 0 0,0 0 0,-1 0 0,1 0 0,0 0 0,0 0 0,0 0 0,0-1 0,0 1 0,0 0 0,-1-1 0,1 1 0,0-1 0,0 1 0,0 0 0,-1-1 0,1 0 0,0 1 0,-1-1 0,1 1 0,0-1 0,-1 0 0,1 0 0,-1 1 0,1-1 0,-1 0 0,1 0 0,-1 1 0,0-1 0,1 0 0,-1 0 0,0 0 0,0 0 0,1 0 0,-1 0 0,0-1 0,3-12 0,0 0 0,0 0 0,-2-1 0,1 1 0,-2-1 0,-1-17 0,0 17 0,1 1 0,0-1 0,1 0 0,0 1 0,8-28 0,-7 38 0,0-1 0,1 1 0,-1 0 0,1 1 0,0-1 0,0 0 0,0 1 0,1 0 0,-1 0 0,1 0 0,0 0 0,0 0 0,0 1 0,0-1 0,0 1 0,1 0 0,-1 1 0,0-1 0,1 1 0,0 0 0,-1 0 0,1 0 0,0 0 0,6 1 0,5-1 0,0 1 0,-1 0 0,1 1 0,0 1 0,-1 0 0,19 5 0,-29-5 0,9 2 0,0 0 0,0 1 0,19 10 0,-29-13 0,0 1 0,0-1 0,0 1 0,-1 0 0,1 0 0,-1 0 0,0 0 0,0 1 0,0-1 0,-1 1 0,1 0 0,-1 0 0,0 0 0,0 0 0,2 7 0,8 26-273,-2 0 0,-1 1 0,-2 0 0,3 54 0,-10-58-6553</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7:13.443"/>
    </inkml:context>
    <inkml:brush xml:id="br0">
      <inkml:brushProperty name="width" value="0.05" units="cm"/>
      <inkml:brushProperty name="height" value="0.05" units="cm"/>
    </inkml:brush>
  </inkml:definitions>
  <inkml:trace contextRef="#ctx0" brushRef="#br0">1 1 24575,'0'12'0,"2"0"0,0 0 0,0 0 0,5 13 0,4 25 0,1 31 0,48 251 0,29 49-1365,-80-346-5461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7:16.007"/>
    </inkml:context>
    <inkml:brush xml:id="br0">
      <inkml:brushProperty name="width" value="0.05" units="cm"/>
      <inkml:brushProperty name="height" value="0.05" units="cm"/>
    </inkml:brush>
  </inkml:definitions>
  <inkml:trace contextRef="#ctx0" brushRef="#br0">1 132 24575,'7'-5'0,"1"0"0,-1 0 0,1 1 0,0 0 0,1 1 0,-1 0 0,1 0 0,-1 1 0,1 0 0,0 0 0,0 1 0,0 0 0,12 1 0,46-10 0,21-17 0,-53 15 0,0 2 0,0 1 0,1 2 0,40-4 0,-42 9 0,90-1 0,-110 3 0,0 1 0,0 1 0,0 0 0,0 1 0,-1 1 0,21 7 0,-27-7 0,-1 0 0,0 1 0,0-1 0,0 1 0,0 0 0,-1 1 0,1-1 0,-1 1 0,-1 0 0,1 0 0,-1 1 0,0-1 0,-1 1 0,1 0 0,-1 0 0,-1 0 0,1 1 0,1 7 0,0 4 0,0-1 0,-2 1 0,0 0 0,0 0 0,-2 0 0,-2 21 0,0-29 0,0 0 0,-1 1 0,-1-1 0,0 0 0,0-1 0,-1 1 0,-1-1 0,0 0 0,0 0 0,0 0 0,-2-1 0,1 0 0,-1-1 0,0 0 0,-1 0 0,0 0 0,-17 11 0,2-4 0,0-1 0,-1 0 0,0-2 0,-1-1 0,-1-1 0,-34 8 0,19-11-101,1-1 0,-1-3 0,0-1 0,-46-4 0,49 1-759,4 0-5966</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7:04.290"/>
    </inkml:context>
    <inkml:brush xml:id="br0">
      <inkml:brushProperty name="width" value="0.05" units="cm"/>
      <inkml:brushProperty name="height" value="0.05" units="cm"/>
    </inkml:brush>
  </inkml:definitions>
  <inkml:trace contextRef="#ctx0" brushRef="#br0">0 1 24575,'7'0'0,"10"0"0,8 0 0,8 0 0,5 0 0,3 0 0,1 0 0,2 0 0,-1 0 0,1 0 0,-8 0-8191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7:05.894"/>
    </inkml:context>
    <inkml:brush xml:id="br0">
      <inkml:brushProperty name="width" value="0.05" units="cm"/>
      <inkml:brushProperty name="height" value="0.05" units="cm"/>
    </inkml:brush>
  </inkml:definitions>
  <inkml:trace contextRef="#ctx0" brushRef="#br0">0 1 24575,'7'0'0,"10"0"0,8 0 0,8 0 0,5 0 0,3 0 0,1 0 0,2 0 0,-1 0 0,1 0 0,-2 0 0,1 0 0,-1 0 0,0 0 0,-8 0-8191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7:18.446"/>
    </inkml:context>
    <inkml:brush xml:id="br0">
      <inkml:brushProperty name="width" value="0.05" units="cm"/>
      <inkml:brushProperty name="height" value="0.05" units="cm"/>
    </inkml:brush>
  </inkml:definitions>
  <inkml:trace contextRef="#ctx0" brushRef="#br0">1 211 24575,'276'1'0,"721"-18"0,-900 12 0,5 0 0,-1-4 0,112-24 0,-121 18 0,-63 12 0,48-12 0,228-64 0,-272 71-273,0 0 0,1 2 0,0 2 0,43 0 0,-42 3-6553</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7:21.858"/>
    </inkml:context>
    <inkml:brush xml:id="br0">
      <inkml:brushProperty name="width" value="0.05" units="cm"/>
      <inkml:brushProperty name="height" value="0.05" units="cm"/>
    </inkml:brush>
  </inkml:definitions>
  <inkml:trace contextRef="#ctx0" brushRef="#br0">1 1 24575,'0'918'-1365,"0"-883"-5461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7:23.632"/>
    </inkml:context>
    <inkml:brush xml:id="br0">
      <inkml:brushProperty name="width" value="0.05" units="cm"/>
      <inkml:brushProperty name="height" value="0.05" units="cm"/>
    </inkml:brush>
  </inkml:definitions>
  <inkml:trace contextRef="#ctx0" brushRef="#br0">0 166 24575,'7'-8'0,"10"-1"0,15 0 0,10 1 0,12-4 0,4-1 0,-1 3 0,-3 2 0,-4 3 0,-10-5 0,-5-1 0,-1 2 0,-7-5 0,0 0 0,1 2 0,4 4 0,-3 2-8191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7:25.220"/>
    </inkml:context>
    <inkml:brush xml:id="br0">
      <inkml:brushProperty name="width" value="0.05" units="cm"/>
      <inkml:brushProperty name="height" value="0.05" units="cm"/>
    </inkml:brush>
  </inkml:definitions>
  <inkml:trace contextRef="#ctx0" brushRef="#br0">1 0 24575,'7'0'0,"9"0"0,9 0 0,8 0 0,5 0 0,3 0 0,2 0 0,0 0 0,1 0 0,-1 0 0,0 0 0,-1 0 0,0 0 0,0 0 0,-1 0 0,1 0 0,-8 0-8191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7:28.604"/>
    </inkml:context>
    <inkml:brush xml:id="br0">
      <inkml:brushProperty name="width" value="0.05" units="cm"/>
      <inkml:brushProperty name="height" value="0.05" units="cm"/>
    </inkml:brush>
  </inkml:definitions>
  <inkml:trace contextRef="#ctx0" brushRef="#br0">1 0 24575,'7'0'0,"9"0"0,9 0 0,8 0 0,5 0 0,2 0 0,3 0 0,1 0 0,-1 0 0,0 0 0,0 0 0,0 0 0,-1 0 0,-7 0-8191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7:29.939"/>
    </inkml:context>
    <inkml:brush xml:id="br0">
      <inkml:brushProperty name="width" value="0.05" units="cm"/>
      <inkml:brushProperty name="height" value="0.05" units="cm"/>
    </inkml:brush>
  </inkml:definitions>
  <inkml:trace contextRef="#ctx0" brushRef="#br0">1 1 24575,'7'0'0,"9"0"0,9 0 0,8 0 0,5 0 0,3 0 0,2 0 0,0 0 0,1 0 0,-1 0 0,0 0 0,-1 0 0,0 0 0,-8 0-8191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7:46.052"/>
    </inkml:context>
    <inkml:brush xml:id="br0">
      <inkml:brushProperty name="width" value="0.05" units="cm"/>
      <inkml:brushProperty name="height" value="0.05" units="cm"/>
    </inkml:brush>
  </inkml:definitions>
  <inkml:trace contextRef="#ctx0" brushRef="#br0">157 131 24575,'18'-2'0,"0"0"0,-1-1 0,0-1 0,0-1 0,0 0 0,0-2 0,-1 1 0,0-2 0,17-10 0,-13 7 0,1 1 0,0 0 0,1 2 0,42-11 0,-25 13 0,1 2 0,0 2 0,0 1 0,52 7 0,-85-5 0,1 1 0,-1 0 0,0 1 0,1 0 0,-1 0 0,0 0 0,-1 1 0,1 0 0,-1 0 0,0 1 0,0 0 0,0 0 0,0 0 0,-1 1 0,0 0 0,0 0 0,-1 0 0,1 1 0,-1-1 0,-1 1 0,6 13 0,-5-10 0,1 1 0,-2 0 0,1 0 0,-1 0 0,-1 0 0,0 1 0,-1-1 0,0 1 0,-1-1 0,0 1 0,0-1 0,-2 1 0,-4 21 0,1-20 0,0 0 0,-1 0 0,0 0 0,-1-1 0,0 0 0,-1-1 0,-1 1 0,0-2 0,-10 11 0,-11 6 0,-59 42 0,30-25 0,-119 74 0,130-83 0,5-5 0,-52 49 0,48-40 0,35-30 0,0 1 0,0 0 0,-16 19 0,5 4 0,1 1 0,2 2 0,2-1 0,-18 50 0,13-33 0,21-47 0,0-2 0,0 1 0,0-1 0,1 0 0,-1 1 0,1-1 0,0 1 0,0 0 0,0 0 0,0-1 0,1 1 0,0 0 0,-1 5 0,5-12 0,-1 0 0,0-1 0,0 1 0,0-1 0,0 0 0,-1 0 0,3-4 0,-2 4 0,5-9 0,0 0 0,1 1 0,1 0 0,0 1 0,0 0 0,1 0 0,1 1 0,0 1 0,0 0 0,1 1 0,0 0 0,0 1 0,0 0 0,1 1 0,1 0 0,-1 2 0,1-1 0,25-3 0,-17 5 0,0 1 0,45 0 0,-58 3 0,-1 0 0,1 0 0,-1 1 0,0 0 0,1 1 0,-1 0 0,0 1 0,-1-1 0,17 11 0,-2 0 0,1-1 0,1-1 0,0-1 0,0-1 0,1-2 0,1 0 0,-1-2 0,1 0 0,0-2 0,0-1 0,54-2 0,-22 0-107,62-2 339,-107 0-445,1-1 0,-1 0 1,0-1-1,0-1 0,0 0 0,14-7 0,7-7-6613</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7:48.503"/>
    </inkml:context>
    <inkml:brush xml:id="br0">
      <inkml:brushProperty name="width" value="0.05" units="cm"/>
      <inkml:brushProperty name="height" value="0.05" units="cm"/>
    </inkml:brush>
  </inkml:definitions>
  <inkml:trace contextRef="#ctx0" brushRef="#br0">0 1 24575,'119'0'0,"385"16"0,-301 3 0,-80-10 0,212 44 0,-273-42 0,0-2 0,0-2 0,65-3 0,93 10 0,52 20 0,398-1 0,-13-34-1365,-622 1-5461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7:53.955"/>
    </inkml:context>
    <inkml:brush xml:id="br0">
      <inkml:brushProperty name="width" value="0.05" units="cm"/>
      <inkml:brushProperty name="height" value="0.05" units="cm"/>
    </inkml:brush>
  </inkml:definitions>
  <inkml:trace contextRef="#ctx0" brushRef="#br0">36 88 24575,'8'-1'0,"0"-1"0,1 0 0,-1 0 0,0-1 0,0 0 0,0-1 0,-1 1 0,10-7 0,21-9 0,-13 10 0,-1 2 0,1 0 0,0 2 0,1 1 0,-1 1 0,1 1 0,0 1 0,27 3 0,-49-2 0,1 1 0,-1 0 0,0 0 0,1 0 0,-1 1 0,0 0 0,0 0 0,0 0 0,0 0 0,0 0 0,-1 1 0,1-1 0,-1 1 0,0 0 0,1 0 0,-1 1 0,-1-1 0,1 1 0,0-1 0,-1 1 0,0 0 0,0 0 0,0 0 0,0 0 0,-1 0 0,1 0 0,-1 1 0,0-1 0,0 0 0,0 8 0,1 10 0,0 0 0,-2 0 0,0 0 0,-7 40 0,6-51 0,-1 0 0,0 0 0,-1 0 0,0 0 0,0 0 0,-1 0 0,-1-1 0,0 0 0,0 0 0,-1 0 0,0-1 0,-1 1 0,-8 7 0,-15 14 0,1 2 0,-40 59 0,-17 21 0,45-69 0,22-25 0,1 1 0,1 1 0,0 0 0,2 2 0,0-1 0,-13 31 0,23-42 0,-3 6 0,1 1 0,0 0 0,2 1 0,0-1 0,-3 24 0,7-38 0,1-1 0,-1 0 0,1 1 0,0-1 0,1 1 0,-1-1 0,1 1 0,-1-1 0,1 0 0,0 1 0,0-1 0,1 0 0,-1 0 0,1 0 0,-1 0 0,1 0 0,0 0 0,0 0 0,0 0 0,0-1 0,1 1 0,-1-1 0,1 0 0,0 1 0,-1-1 0,1-1 0,0 1 0,0 0 0,0-1 0,1 1 0,-1-1 0,0 0 0,0 0 0,1 0 0,-1-1 0,4 1 0,74 6 0,-68-8 0,0 2 0,1-1 0,-1 2 0,0 0 0,0 0 0,-1 1 0,19 7 0,216 102 0,-234-106 17,-1-1 0,0-1 1,1 0-1,0-1 0,0-1 0,26 3 0,-35-5-74,0 1 0,1-1 0,-1-1 0,0 1-1,0 0 1,0-1 0,1 0 0,-1 0 0,0 0 0,0-1 0,0 1 0,-1-1-1,1 0 1,0 0 0,-1 0 0,1 0 0,-1-1 0,1 0 0,-1 1 0,0-1 0,0 0-1,-1-1 1,1 1 0,-1 0 0,3-5 0,5-18-6769</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7:57.727"/>
    </inkml:context>
    <inkml:brush xml:id="br0">
      <inkml:brushProperty name="width" value="0.05" units="cm"/>
      <inkml:brushProperty name="height" value="0.05" units="cm"/>
    </inkml:brush>
  </inkml:definitions>
  <inkml:trace contextRef="#ctx0" brushRef="#br0">123 71 24575,'0'0'0,"7"0"0,2-7 0,0-9 0,-9-3 0,3 4 0,8 2 0,2 12 0,-9 6 0,-11 1 0,-12 0 0,-10 0 0,-7-2 0,-4-2 0,11-1 0,11 0-8191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8:02.663"/>
    </inkml:context>
    <inkml:brush xml:id="br0">
      <inkml:brushProperty name="width" value="0.05" units="cm"/>
      <inkml:brushProperty name="height" value="0.05" units="cm"/>
    </inkml:brush>
  </inkml:definitions>
  <inkml:trace contextRef="#ctx0" brushRef="#br0">268 138 24575,'-4'1'0,"0"0"0,0 1 0,0 0 0,0 0 0,1 0 0,-1 1 0,1-1 0,-1 1 0,1 0 0,0-1 0,-5 7 0,-1 0 0,-25 20 0,-63 59 0,85-76 0,1 1 0,1-1 0,0 2 0,0-1 0,-11 23 0,20-33 0,0 0 0,0 1 0,0-1 0,1 0 0,-1 1 0,1-1 0,0 1 0,0-1 0,0 0 0,0 1 0,0-1 0,1 1 0,0-1 0,0 0 0,0 0 0,0 1 0,0-1 0,0 0 0,1 0 0,0 0 0,0 0 0,-1 0 0,2-1 0,-1 1 0,0-1 0,0 1 0,1-1 0,2 3 0,11 8 0,1 0 0,0-1 0,27 15 0,-23-14 0,37 27 0,-40-27 0,1 0 0,0-1 0,39 18 0,-49-26 0,1 1 0,-1 0 0,0 1 0,13 10 0,-15-10 0,0 0 0,0-1 0,1 0 0,0 0 0,0-1 0,16 6 0,12 0 0,-1 2 0,67 32 0,-89-37 0,-1 1 0,1 0 0,-1 1 0,-1 0 0,1 1 0,-2 0 0,1 1 0,-2 0 0,1 1 0,9 17 0,-2 0 0,-3 0 0,0 2 0,-2-1 0,16 63 0,-27-89 0,0 0 0,0 0 0,0 0 0,0 0 0,-1 0 0,0 1 0,0-1 0,0 0 0,-1 0 0,1 0 0,-1 1 0,0-1 0,0 0 0,0 0 0,-4 6 0,3-7 0,0 0 0,0-1 0,-1 1 0,1 0 0,-1-1 0,0 1 0,0-1 0,0 0 0,0 0 0,0 0 0,0-1 0,-1 1 0,1-1 0,0 1 0,-1-1 0,0 0 0,1 0 0,-6 0 0,-30 4 0,-1-2 0,1-2 0,-1-2 0,-53-7 0,73 4 0,0-1 0,0-1 0,1 0 0,0-2 0,-27-14 0,16 8 0,24 10 0,-1 0 0,1-1 0,0 1 0,0-1 0,1 0 0,-1 0 0,1-1 0,1 0 0,-1 0 0,1 0 0,0 0 0,0-1 0,1 0 0,-1 1 0,2-1 0,-1 0 0,1-1 0,0 1 0,0 0 0,1-1 0,0 1 0,0-1 0,1 1 0,1-9 0,-2 5 0,2-1 0,0 1 0,0 0 0,1 0 0,0 0 0,1 0 0,0 0 0,1 0 0,0 1 0,1-1 0,0 1 0,1 0 0,0 1 0,0-1 0,13-13 0,6-3 0,2 1 0,1 2 0,1 0 0,1 2 0,41-22 0,-49 32 0,0-1 0,0-1 0,-1-2 0,30-25 0,-40 29 0,-1 0 0,0 0 0,0-1 0,-1 0 0,0 0 0,-1-1 0,-1-1 0,10-24 0,-5 7 0,-2-1 0,-1 0 0,7-56 0,-14 70 0,0 0 0,-2 0 0,-1-1 0,0 1 0,-1 0 0,-1 0 0,0 0 0,-8-22 0,9 34 0,-1 1 0,1-1 0,-1 1 0,0 0 0,-1 0 0,1 0 0,-1 1 0,1-1 0,-2 1 0,1 0 0,0 0 0,-1 0 0,1 1 0,-1 0 0,0 0 0,-1 0 0,1 0 0,0 1 0,-1 0 0,1 0 0,-1 0 0,0 1 0,-7-2 0,-14 0 0,1 1 0,-1 1 0,-52 5 0,32-1 0,-121 1-1365,132-4-5461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8:05.996"/>
    </inkml:context>
    <inkml:brush xml:id="br0">
      <inkml:brushProperty name="width" value="0.05" units="cm"/>
      <inkml:brushProperty name="height" value="0.05" units="cm"/>
    </inkml:brush>
  </inkml:definitions>
  <inkml:trace contextRef="#ctx0" brushRef="#br0">129 28 24575,'-1'22'0,"-2"1"0,-1 0 0,0-1 0,-2 1 0,-11 26 0,-10 47 0,-22 163 0,41-200 0,2 0 0,3 1 0,5 71 0,0-39 0,-2-78 0,1 1 0,0-1 0,1 0 0,0 1 0,1-1 0,1 0 0,1-1 0,7 17 0,-9-23 0,1 0 0,0-1 0,0 1 0,1-1 0,-1 0 0,1 0 0,1-1 0,-1 1 0,1-1 0,0 0 0,0-1 0,1 0 0,-1 0 0,1 0 0,0-1 0,0 0 0,9 3 0,24 7 0,0-2 0,0-1 0,1-2 0,77 4 0,-82-12 0,-9 2 0,-1-2 0,1-1 0,40-7 0,-59 6 0,0 0 0,0 0 0,0-1 0,-1 0 0,1-1 0,-1 0 0,1 0 0,-1 0 0,0-1 0,-1 0 0,1-1 0,-1 1 0,0-1 0,0 0 0,6-10 0,-2 1 0,0-1 0,-1 0 0,-1-1 0,-1 0 0,-1 0 0,0 0 0,-1-1 0,-1 1 0,4-32 0,-4-10 0,-5-99 0,-2 71 0,2 61 0,-2 0 0,-1 0 0,0 0 0,-2 0 0,-1 1 0,-2 0 0,0 1 0,-1 0 0,-2 0 0,0 1 0,-1 0 0,-2 1 0,0 1 0,-1 0 0,-1 1 0,-29-25 0,24 26 0,0 1 0,-1 1 0,-1 1 0,0 1 0,-2 1 0,1 1 0,-2 1 0,-39-11 0,23 8 0,20 7 0,0 1 0,0 1 0,-38-5 0,39 8-455,0 0 0,-37-11 0,33 5-6371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8:07.678"/>
    </inkml:context>
    <inkml:brush xml:id="br0">
      <inkml:brushProperty name="width" value="0.05" units="cm"/>
      <inkml:brushProperty name="height" value="0.05" units="cm"/>
    </inkml:brush>
  </inkml:definitions>
  <inkml:trace contextRef="#ctx0" brushRef="#br0">1 1 24575,'14'0'0,"19"0"0,18 0 0,14 0 0,18 0 0,2 0 0,0 0 0,-7 0 0,-9 0 0,-11 0 0,-6 0 0,-6 0 0,-4 0 0,-1 0 0,-2 0 0,1 0 0,0 0 0,-7 0-8191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8:09.816"/>
    </inkml:context>
    <inkml:brush xml:id="br0">
      <inkml:brushProperty name="width" value="0.05" units="cm"/>
      <inkml:brushProperty name="height" value="0.05" units="cm"/>
    </inkml:brush>
  </inkml:definitions>
  <inkml:trace contextRef="#ctx0" brushRef="#br0">0 1 24575,'959'0'-1365,"-923"0"-5461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8:22.660"/>
    </inkml:context>
    <inkml:brush xml:id="br0">
      <inkml:brushProperty name="width" value="0.05" units="cm"/>
      <inkml:brushProperty name="height" value="0.05" units="cm"/>
    </inkml:brush>
  </inkml:definitions>
  <inkml:trace contextRef="#ctx0" brushRef="#br0">128 70 24575,'0'5'0,"-1"1"0,-1-1 0,1 0 0,-1 0 0,0 0 0,0 0 0,0 0 0,-1 0 0,-6 8 0,-8 19 0,2 14 0,-17 90 0,19-76 0,1 18 0,3 0 0,4 1 0,6 108 0,0-103 0,-1-75 0,1 0 0,0-1 0,0 1 0,0 0 0,1-1 0,0 1 0,1-1 0,0 0 0,0 0 0,1 0 0,0 0 0,1-1 0,-1 0 0,1 1 0,0-2 0,1 1 0,0-1 0,0 1 0,1-2 0,7 7 0,11 9 0,1 0 0,38 22 0,-53-36 0,1-1 0,1-1 0,-1-1 0,1 1 0,-1-2 0,1 0 0,0 0 0,25 1 0,2-2 0,1-1 0,78-8 0,-107 5 0,0 0 0,0-1 0,0 0 0,0-1 0,-1 0 0,0-1 0,0-1 0,0 1 0,0-2 0,-1 0 0,0 0 0,0 0 0,-1-1 0,10-11 0,3-10 0,-1 0 0,-2-1 0,-1-1 0,-1-1 0,-2-1 0,20-60 0,-29 78 0,-2 1 0,0-1 0,-1 0 0,0 0 0,-1-1 0,-1 1 0,0 0 0,-1-1 0,-1 1 0,0 0 0,-1-1 0,-1 1 0,0 0 0,-1 1 0,0-1 0,-2 0 0,0 1 0,0 0 0,-1 1 0,-1-1 0,-14-17 0,-6-11 0,18 27 0,-1 0 0,0 0 0,-1 1 0,-23-21 0,-6 5 0,-1 1 0,-2 3 0,-62-28 0,59 31 0,1-1 0,1-3 0,-42-32 0,59 39-682,-47-27-1,52 35-6143</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8:25.331"/>
    </inkml:context>
    <inkml:brush xml:id="br0">
      <inkml:brushProperty name="width" value="0.05" units="cm"/>
      <inkml:brushProperty name="height" value="0.05" units="cm"/>
    </inkml:brush>
  </inkml:definitions>
  <inkml:trace contextRef="#ctx0" brushRef="#br0">0 0 24575,'7'0'0,"10"0"0,8 0 0,8 0 0,5 0 0,-11 0 0,-18 0 0,-16 0 0,-8 0-8191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8:29.147"/>
    </inkml:context>
    <inkml:brush xml:id="br0">
      <inkml:brushProperty name="width" value="0.05" units="cm"/>
      <inkml:brushProperty name="height" value="0.05" units="cm"/>
    </inkml:brush>
  </inkml:definitions>
  <inkml:trace contextRef="#ctx0" brushRef="#br0">47 13 24575,'1'91'0,"-3"106"0,-9-153 0,1-32 0,9-13 0,1 1 0,-1-1 0,0 1 0,1-1 0,-1 1 0,1-1 0,-1 1 0,0-1 0,1 1 0,-1-1 0,1 0 0,0 1 0,-1-1 0,1 0 0,-1 1 0,1-1 0,0 0 0,0 0 0,-1 1 0,1-1 0,0 0 0,0 0 0,0 1 0,0-2 0,-6-31 0,2 1 0,1-1 0,1 0 0,2 0 0,5-43 0,-4 72 0,-1-1 0,1 1 0,0 0 0,0 0 0,1-1 0,-1 1 0,1 0 0,0 0 0,0 0 0,0 1 0,0-1 0,1 0 0,-1 1 0,1-1 0,0 1 0,0 0 0,1 0 0,-1 0 0,1 1 0,-1-1 0,1 1 0,0 0 0,0 0 0,0 0 0,0 0 0,0 1 0,0-1 0,0 1 0,0 0 0,5 0 0,15-2 0,1 1 0,-1 1 0,0 1 0,34 5 0,-12-2 0,14-3 0,-43-2 0,0 2 0,0 0 0,0 1 0,0 1 0,-1 0 0,26 8 0,-38-8 0,0 0 0,0 0 0,-1 1 0,1-1 0,-1 1 0,0 0 0,0 0 0,0 0 0,0 1 0,0-1 0,-1 1 0,1-1 0,-1 1 0,0 0 0,-1 0 0,1 0 0,0 0 0,-1 0 0,0 0 0,0 1 0,0-1 0,0 8 0,1 12 0,-1 0 0,-4 47 0,1-39 0,-5 615 0,8-414 0,1-200 42,1 0 1,12 50-1,2 17-1534,-14-65-5334</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8:30.876"/>
    </inkml:context>
    <inkml:brush xml:id="br0">
      <inkml:brushProperty name="width" value="0.05" units="cm"/>
      <inkml:brushProperty name="height" value="0.05" units="cm"/>
    </inkml:brush>
  </inkml:definitions>
  <inkml:trace contextRef="#ctx0" brushRef="#br0">0 45 24575,'7'0'0,"10"0"0,9 0 0,6 0 0,6 0 0,3 0 0,2 0 0,1-7 0,-1-3 0,0 1 0,0 2 0,-1 1 0,0 3 0,0 1 0,0 2 0,-1 0 0,-6 0-8191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8:33.672"/>
    </inkml:context>
    <inkml:brush xml:id="br0">
      <inkml:brushProperty name="width" value="0.05" units="cm"/>
      <inkml:brushProperty name="height" value="0.05" units="cm"/>
    </inkml:brush>
  </inkml:definitions>
  <inkml:trace contextRef="#ctx0" brushRef="#br0">1 337 24575,'1'-9'0,"2"-1"0,-1 1 0,2 0 0,-1 0 0,1 0 0,0 0 0,1 1 0,0-1 0,1 1 0,7-9 0,6-12 0,26-63 0,-35 66 0,28-47 0,-38 72 0,0 1 0,1-1 0,-1 1 0,0-1 0,1 1 0,-1-1 0,0 0 0,1 1 0,-1-1 0,1 1 0,-1 0 0,0-1 0,1 1 0,0-1 0,-1 1 0,1 0 0,-1-1 0,1 1 0,-1 0 0,1 0 0,0-1 0,-1 1 0,1 0 0,-1 0 0,1 0 0,0 0 0,-1 0 0,1 0 0,0 0 0,-1 0 0,1 0 0,0 0 0,14 18 0,3 42 0,-16-51 0,11 50 0,-3 2 0,5 106 0,-15 127 0,-2-123 0,3-145 0,2 1 0,1-1 0,8 29 0,-5-24 0,6 55 0,-11 175 24,-3-150-1413,1-75-5437</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8:37.993"/>
    </inkml:context>
    <inkml:brush xml:id="br0">
      <inkml:brushProperty name="width" value="0.05" units="cm"/>
      <inkml:brushProperty name="height" value="0.05" units="cm"/>
    </inkml:brush>
  </inkml:definitions>
  <inkml:trace contextRef="#ctx0" brushRef="#br0">3 79 24575,'-3'149'0,"7"162"0,-4-307 0,1 0 0,0 0 0,0 1 0,0-1 0,0 0 0,1 0 0,0-1 0,-1 1 0,2 0 0,-1-1 0,0 1 0,1-1 0,-1 1 0,1-1 0,0 0 0,0 0 0,0 0 0,0-1 0,1 1 0,-1-1 0,1 0 0,0 0 0,-1 0 0,1 0 0,0-1 0,0 1 0,0-1 0,0 0 0,1 0 0,5 0 0,15 2 0,0-2 0,0 0 0,0-1 0,28-5 0,-8 2 0,-1 2 0,-26 2 0,1-2 0,-1 0 0,1-1 0,24-6 0,-37 7 0,-1-1 0,0 0 0,1 0 0,-1-1 0,0 0 0,0 0 0,-1 0 0,1 0 0,-1-1 0,1 1 0,-1-1 0,0 0 0,-1-1 0,1 1 0,-1-1 0,0 1 0,0-1 0,4-9 0,4-12 0,-2 0 0,-1-1 0,-1 0 0,-2 0 0,5-47 0,-7 26 0,-3-1 0,-6-67 0,4 101 0,0 0 0,-2 0 0,0 0 0,0 0 0,-13-27 0,13 41 0,1 12 0,0 13 0,2 442 0,3-219 0,0-220 0,0-1 0,2 1 0,8 28 0,-4-24 0,4 54 0,-10-46-1365,-1-4-5461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8:43.320"/>
    </inkml:context>
    <inkml:brush xml:id="br0">
      <inkml:brushProperty name="width" value="0.05" units="cm"/>
      <inkml:brushProperty name="height" value="0.05" units="cm"/>
    </inkml:brush>
  </inkml:definitions>
  <inkml:trace contextRef="#ctx0" brushRef="#br0">63 159 24575,'8'-1'0,"1"-1"0,-1 0 0,1 0 0,-1-1 0,0 0 0,0-1 0,-1 0 0,10-5 0,21-10 0,61-27 0,-62 28 0,60-22 0,-94 39 0,1 0 0,-1 0 0,1 0 0,0 0 0,0 1 0,-1 0 0,1-1 0,0 1 0,0 1 0,-1-1 0,1 0 0,0 1 0,-1 0 0,1 0 0,0 0 0,-1 0 0,1 1 0,-1-1 0,0 1 0,1 0 0,-1 0 0,0 0 0,4 4 0,-1 0 0,-1 0 0,0 0 0,-1 1 0,0-1 0,0 1 0,0 0 0,-1 1 0,0-1 0,0 0 0,3 13 0,-1 1 0,0 1 0,-2 1 0,0-1 0,-2 0 0,0 1 0,-1-1 0,-2 1 0,0-1 0,-1 0 0,-1 0 0,-1 0 0,-11 29 0,10-41 0,-1 0 0,0 0 0,0 0 0,-1-1 0,0 0 0,-1-1 0,1 1 0,-13 7 0,-12 13 0,-106 95 0,-43 45 0,167-154 0,0 1 0,2 1 0,0 0 0,1 1 0,-18 37 0,29-54 0,0 1 0,1-1 0,-1 0 0,1 1 0,-1-1 0,1 1 0,0-1 0,0 0 0,0 1 0,-1-1 0,1 1 0,1-1 0,-1 1 0,0-1 0,0 1 0,0-1 0,1 1 0,-1-1 0,1 0 0,-1 1 0,1-1 0,0 0 0,1 3 0,0-3 0,0 1 0,0 0 0,0 0 0,0-1 0,0 1 0,0-1 0,1 0 0,-1 0 0,0 0 0,1 0 0,-1 0 0,5 0 0,8 2 0,1-1 0,-1-1 0,26 0 0,-30-1 0,64-3 0,-46 1 0,0 1 0,0 2 0,0 0 0,0 2 0,37 9 0,-33-4-341,0-1 0,0-2-1,49 2 1,-47-6-6485</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8:51.100"/>
    </inkml:context>
    <inkml:brush xml:id="br0">
      <inkml:brushProperty name="width" value="0.05" units="cm"/>
      <inkml:brushProperty name="height" value="0.05" units="cm"/>
    </inkml:brush>
  </inkml:definitions>
  <inkml:trace contextRef="#ctx0" brushRef="#br0">385 133 24575,'-13'-1'0,"0"1"0,0 0 0,0 1 0,0 0 0,0 1 0,0 1 0,1 0 0,-1 1 0,1 0 0,-1 1 0,1 0 0,1 1 0,-1 0 0,1 1 0,0 0 0,1 1 0,-1 0 0,-11 13 0,-19 20 0,-50 63 0,90-104 0,0 1 0,0 0 0,0 0 0,1 0 0,-1 0 0,0 0 0,0 0 0,1 0 0,-1 0 0,0 0 0,1 0 0,-1 0 0,1 1 0,0-1 0,-1 0 0,1 0 0,0 1 0,0-1 0,-1 0 0,1 0 0,0 1 0,0-1 0,0 0 0,1 0 0,-1 1 0,0-1 0,0 0 0,1 0 0,-1 0 0,1 1 0,-1-1 0,1 0 0,-1 0 0,1 0 0,0 0 0,0 0 0,-1 0 0,1 0 0,0 0 0,0 0 0,0 0 0,0-1 0,0 1 0,0 0 0,0-1 0,0 1 0,0 0 0,1-1 0,-1 1 0,0-1 0,0 0 0,2 1 0,9 2 0,1-1 0,0 0 0,-1-1 0,18 0 0,-10 0 0,123 24 0,-104-17 0,-28-6 0,1 0 0,0 1 0,-1 0 0,0 1 0,0 0 0,0 1 0,0 1 0,-1-1 0,0 1 0,0 1 0,14 11 0,4 11 0,-21-24 0,-1 0 0,0 1 0,0 0 0,-1 0 0,1 1 0,-1 0 0,-1-1 0,0 2 0,1-1 0,-2 0 0,1 1 0,-1 0 0,-1-1 0,1 1 0,1 11 0,0 26 0,-1 0 0,-2 0 0,-8 67 0,6-105 0,-1 0 0,0 0 0,0 0 0,0 0 0,-1 0 0,0-1 0,0 1 0,-1-1 0,0 1 0,0-1 0,0-1 0,-1 1 0,0 0 0,0-1 0,0 0 0,-1 0 0,1-1 0,-1 0 0,0 0 0,-10 5 0,2-2 0,0-1 0,0 0 0,-1-1 0,0 0 0,0-1 0,-1-1 0,1-1 0,-24 2 0,17-3 0,6 0 0,-1 0 0,1-1 0,-1-1 0,1-1 0,-19-3 0,31 4 0,0-1 0,0 1 0,0-1 0,0 1 0,1-1 0,-1 0 0,1 0 0,-1-1 0,1 1 0,0-1 0,0 0 0,0 0 0,0 0 0,0 0 0,1 0 0,-1 0 0,1-1 0,0 1 0,0-1 0,0 0 0,0 0 0,1 0 0,0 1 0,0-1 0,-1-7 0,-2-9 0,2 0 0,1 0 0,1 1 0,0-1 0,1 0 0,1 0 0,1 0 0,1 1 0,1-1 0,7-18 0,0 8 0,0 1 0,3 0 0,0 1 0,1 0 0,31-36 0,-36 51 0,2 0 0,0 2 0,0-1 0,1 2 0,30-18 0,-24 16 0,-1-1 0,28-24 0,-15 7 0,-9 9 0,0-1 0,20-27 0,-36 40 0,-1 0 0,0-1 0,0 0 0,-1 0 0,-1 0 0,1-1 0,-2 0 0,0 1 0,4-19 0,-6 19 0,1 0 0,-1 0 0,0 0 0,-1 0 0,-1 0 0,1 0 0,-2 0 0,-3-17 0,4 23 0,-1 0 0,0 1 0,0-1 0,0 1 0,0-1 0,0 1 0,-1 0 0,1-1 0,-1 1 0,0 1 0,0-1 0,0 0 0,0 1 0,-1-1 0,1 1 0,-1 0 0,1 0 0,-1 1 0,0-1 0,1 1 0,-1-1 0,0 1 0,0 1 0,-5-2 0,-11 0-136,0 1-1,-1 0 1,1 1-1,0 2 1,0 0-1,0 1 1,0 1-1,1 0 0,-28 12 1,18-8-6690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8:56.347"/>
    </inkml:context>
    <inkml:brush xml:id="br0">
      <inkml:brushProperty name="width" value="0.05" units="cm"/>
      <inkml:brushProperty name="height" value="0.05" units="cm"/>
    </inkml:brush>
  </inkml:definitions>
  <inkml:trace contextRef="#ctx0" brushRef="#br0">44 0 24575,'-2'1'0,"1"-1"0,-1 0 0,1 1 0,0 0 0,-1-1 0,1 1 0,0 0 0,-1-1 0,1 1 0,0 0 0,0 0 0,0 0 0,0 0 0,0 0 0,0 0 0,0 0 0,0 1 0,0-1 0,0 0 0,0 1 0,1-1 0,-1 0 0,1 1 0,-1-1 0,1 1 0,0-1 0,-1 2 0,-8 45 0,9-43 0,-6 82 0,6 101 0,2-86 0,-2-96 0,3 45 0,-3-50 0,0-1 0,0 1 0,0 0 0,0-1 0,1 1 0,-1 0 0,0 0 0,0-1 0,0 1 0,1 0 0,-1-1 0,0 1 0,1-1 0,-1 1 0,0 0 0,1-1 0,-1 1 0,1-1 0,-1 1 0,1-1 0,-1 1 0,1-1 0,-1 1 0,1-1 0,0 0 0,-1 1 0,1-1 0,0 0 0,-1 1 0,1-1 0,0 0 0,-1 0 0,1 0 0,0 0 0,-1 0 0,1 0 0,0 0 0,0 0 0,-1 0 0,1 0 0,0 0 0,-1 0 0,1 0 0,0 0 0,-1-1 0,1 1 0,0 0 0,-1-1 0,1 1 0,0 0 0,-1-1 0,1 1 0,-1-1 0,1 1 0,-1-1 0,1 1 0,-1-1 0,1 0 0,50-46 0,-39 34 0,2 0 0,-1 1 0,2 0 0,-1 1 0,1 1 0,32-16 0,-17 14 0,1 1 0,62-14 0,-82 23 0,1 0 0,-1 1 0,1 0 0,0 0 0,-1 2 0,1-1 0,0 2 0,-1 0 0,1 0 0,-1 1 0,19 7 0,-23-6 0,0 0 0,-1 0 0,0 1 0,0 0 0,0 1 0,0-1 0,-1 1 0,0 0 0,0 1 0,-1-1 0,0 1 0,0 0 0,0 0 0,-1 0 0,0 0 0,0 1 0,2 9 0,-2-5 0,0 1 0,0 0 0,-1 0 0,-1 0 0,0 0 0,-1 0 0,0 0 0,-1 0 0,-5 21 0,5-28 0,-1-1 0,0 1 0,0-1 0,0 0 0,-1 0 0,0 0 0,0 0 0,0 0 0,-1 0 0,1-1 0,-1 0 0,0 0 0,0 0 0,-1 0 0,1-1 0,-1 1 0,-8 3 0,-5 2 0,0-2 0,0 0 0,-37 8 0,38-11 0,0 0 0,0 1 0,1 1 0,0 0 0,-22 13 0,14-6-98,0-1-1,-1-1 0,0-1 0,-1-2 1,-38 8-1,39-9-674,-4 0-6053</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8:58.059"/>
    </inkml:context>
    <inkml:brush xml:id="br0">
      <inkml:brushProperty name="width" value="0.05" units="cm"/>
      <inkml:brushProperty name="height" value="0.05" units="cm"/>
    </inkml:brush>
  </inkml:definitions>
  <inkml:trace contextRef="#ctx0" brushRef="#br0">0 160 24575,'7'0'0,"10"0"0,8 0 0,7-7 0,6-2 0,3-1 0,-5-4 0,-2 0 0,0 1 0,2 5 0,2 2 0,1-5 0,1 0 0,2 2 0,-8-5 0,-1 0 0,0 3 0,-6 2-8191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9:01.187"/>
    </inkml:context>
    <inkml:brush xml:id="br0">
      <inkml:brushProperty name="width" value="0.05" units="cm"/>
      <inkml:brushProperty name="height" value="0.05" units="cm"/>
    </inkml:brush>
  </inkml:definitions>
  <inkml:trace contextRef="#ctx0" brushRef="#br0">0 29 24575,'73'1'0,"-37"1"0,0-2 0,0-1 0,0-1 0,65-15 0,-93 14 0,1 1 0,-1 0 0,1 0 0,0 1 0,-1 0 0,1 0 0,0 1 0,12 1 0,-18 0 0,0 0 0,0 0 0,0 0 0,-1 1 0,1-1 0,0 1 0,-1-1 0,1 1 0,-1 0 0,0 0 0,0 0 0,1 0 0,-1 1 0,0-1 0,-1 0 0,1 1 0,0-1 0,-1 1 0,0 0 0,1 0 0,-1-1 0,0 1 0,0 0 0,-1 0 0,1 0 0,0 0 0,-1 6 0,5 41 0,-2 1 0,-2-1 0,-6 54 0,-1 20 0,6 458-1365,0-546-5461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9:02.556"/>
    </inkml:context>
    <inkml:brush xml:id="br0">
      <inkml:brushProperty name="width" value="0.05" units="cm"/>
      <inkml:brushProperty name="height" value="0.05" units="cm"/>
    </inkml:brush>
  </inkml:definitions>
  <inkml:trace contextRef="#ctx0" brushRef="#br0">1 43 24575,'7'0'0,"10"-7"0,8-2 0,8 0 0,5 2 0,3 2 0,2 2 0,0 1 0,1 2 0,-1 0 0,0 0 0,-1 0 0,0 1 0,0-1 0,-1 0 0,1 0 0,-7 0-8191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9:04.475"/>
    </inkml:context>
    <inkml:brush xml:id="br0">
      <inkml:brushProperty name="width" value="0.05" units="cm"/>
      <inkml:brushProperty name="height" value="0.05" units="cm"/>
    </inkml:brush>
  </inkml:definitions>
  <inkml:trace contextRef="#ctx0" brushRef="#br0">1 363 24575,'2'-10'0,"0"1"0,1-1 0,0 1 0,1 0 0,0 0 0,0 0 0,1 1 0,0 0 0,0 0 0,8-9 0,7-13 0,0-5 0,-2-1 0,-1 0 0,-2-1 0,11-46 0,-24 191 0,-3-22 0,3-1 0,20 127 0,-10-116-26,-5 0 0,-7 148 0,-3-99-1261,3-109-5539</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20:29:08.076"/>
    </inkml:context>
    <inkml:brush xml:id="br0">
      <inkml:brushProperty name="width" value="0.05" units="cm"/>
      <inkml:brushProperty name="height" value="0.05" units="cm"/>
    </inkml:brush>
  </inkml:definitions>
  <inkml:trace contextRef="#ctx0" brushRef="#br0">1 144 24575,'0'5'0,"1"-1"0,0 1 0,0 0 0,0-1 0,1 1 0,0-1 0,3 7 0,6 19 0,-3 23 0,-2 1 0,-2-1 0,-6 87 0,4 71 0,-2-206 0,1 1 0,0-1 0,0 0 0,1 0 0,0 0 0,-1 0 0,2 0 0,2 4 0,-5-8 0,1 0 0,-1 0 0,1 0 0,0 0 0,-1 0 0,1 0 0,0 0 0,0 0 0,0 0 0,0 0 0,0-1 0,0 1 0,0 0 0,0-1 0,0 1 0,0-1 0,0 1 0,0-1 0,0 0 0,1 1 0,-1-1 0,0 0 0,0 0 0,0 0 0,1 1 0,-1-1 0,0-1 0,0 1 0,0 0 0,1 0 0,-1 0 0,0-1 0,0 1 0,0 0 0,0-1 0,0 1 0,0-1 0,2-1 0,46-31 0,-38 24 0,0 1 0,0 1 0,0-1 0,1 2 0,1 0 0,-1 0 0,1 1 0,0 1 0,25-6 0,42 8 0,-56 2 0,-1 0 0,41-6 0,-58 5 0,-1 0 0,0-1 0,1 1 0,-1-1 0,0 0 0,0-1 0,0 1 0,0-1 0,0 0 0,0 0 0,-1-1 0,1 1 0,-1-1 0,0 0 0,0 0 0,4-6 0,1-8 0,0 0 0,-1-1 0,0 0 0,-2-1 0,-1 1 0,0-1 0,-1 0 0,-1 0 0,0-27 0,11-51 0,-4 30 0,1-132 0,-10 160 0,-4 954 60,5-476-1485,-2-403-5401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5/15/2024</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‹Nº›</a:t>
            </a:fld>
            <a:endParaRPr lang="en-US"/>
          </a:p>
        </p:txBody>
      </p:sp>
    </p:spTree>
    <p:extLst>
      <p:ext uri="{BB962C8B-B14F-4D97-AF65-F5344CB8AC3E}">
        <p14:creationId xmlns:p14="http://schemas.microsoft.com/office/powerpoint/2010/main" val="1605764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5/15/2024</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‹Nº›</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383474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5/15/2024</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‹Nº›</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477144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5/15/2024</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‹Nº›</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910351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5/15/2024</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‹Nº›</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262990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5/15/2024</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‹Nº›</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043527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5/15/2024</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‹Nº›</a:t>
            </a:fld>
            <a:endParaRPr lang="en-US"/>
          </a:p>
        </p:txBody>
      </p:sp>
    </p:spTree>
    <p:extLst>
      <p:ext uri="{BB962C8B-B14F-4D97-AF65-F5344CB8AC3E}">
        <p14:creationId xmlns:p14="http://schemas.microsoft.com/office/powerpoint/2010/main" val="319617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5/15/2024</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‹Nº›</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6933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5/15/2024</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‹Nº›</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1192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5/15/2024</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‹Nº›</a:t>
            </a:fld>
            <a:endParaRPr lang="en-US"/>
          </a:p>
        </p:txBody>
      </p:sp>
    </p:spTree>
    <p:extLst>
      <p:ext uri="{BB962C8B-B14F-4D97-AF65-F5344CB8AC3E}">
        <p14:creationId xmlns:p14="http://schemas.microsoft.com/office/powerpoint/2010/main" val="2480421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5/15/2024</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‹Nº›</a:t>
            </a:fld>
            <a:endParaRPr lang="en-US"/>
          </a:p>
        </p:txBody>
      </p:sp>
    </p:spTree>
    <p:extLst>
      <p:ext uri="{BB962C8B-B14F-4D97-AF65-F5344CB8AC3E}">
        <p14:creationId xmlns:p14="http://schemas.microsoft.com/office/powerpoint/2010/main" val="24954739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5/15/2024</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‹Nº›</a:t>
            </a:fld>
            <a:endParaRPr lang="en-US" dirty="0"/>
          </a:p>
        </p:txBody>
      </p:sp>
    </p:spTree>
    <p:extLst>
      <p:ext uri="{BB962C8B-B14F-4D97-AF65-F5344CB8AC3E}">
        <p14:creationId xmlns:p14="http://schemas.microsoft.com/office/powerpoint/2010/main" val="2635221494"/>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10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20.png"/><Relationship Id="rId18" Type="http://schemas.openxmlformats.org/officeDocument/2006/relationships/customXml" Target="../ink/ink9.xml"/><Relationship Id="rId26" Type="http://schemas.openxmlformats.org/officeDocument/2006/relationships/customXml" Target="../ink/ink13.xml"/><Relationship Id="rId3" Type="http://schemas.openxmlformats.org/officeDocument/2006/relationships/image" Target="../media/image15.png"/><Relationship Id="rId21" Type="http://schemas.openxmlformats.org/officeDocument/2006/relationships/image" Target="../media/image24.png"/><Relationship Id="rId7" Type="http://schemas.openxmlformats.org/officeDocument/2006/relationships/image" Target="../media/image17.png"/><Relationship Id="rId12" Type="http://schemas.openxmlformats.org/officeDocument/2006/relationships/customXml" Target="../ink/ink6.xml"/><Relationship Id="rId17" Type="http://schemas.openxmlformats.org/officeDocument/2006/relationships/image" Target="../media/image22.png"/><Relationship Id="rId25" Type="http://schemas.openxmlformats.org/officeDocument/2006/relationships/image" Target="../media/image26.png"/><Relationship Id="rId2" Type="http://schemas.openxmlformats.org/officeDocument/2006/relationships/customXml" Target="../ink/ink1.xml"/><Relationship Id="rId16" Type="http://schemas.openxmlformats.org/officeDocument/2006/relationships/customXml" Target="../ink/ink8.xml"/><Relationship Id="rId20" Type="http://schemas.openxmlformats.org/officeDocument/2006/relationships/customXml" Target="../ink/ink10.xml"/><Relationship Id="rId29"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19.png"/><Relationship Id="rId24" Type="http://schemas.openxmlformats.org/officeDocument/2006/relationships/customXml" Target="../ink/ink12.xml"/><Relationship Id="rId5" Type="http://schemas.openxmlformats.org/officeDocument/2006/relationships/image" Target="../media/image16.png"/><Relationship Id="rId15" Type="http://schemas.openxmlformats.org/officeDocument/2006/relationships/image" Target="../media/image21.png"/><Relationship Id="rId23" Type="http://schemas.openxmlformats.org/officeDocument/2006/relationships/image" Target="../media/image25.png"/><Relationship Id="rId28" Type="http://schemas.openxmlformats.org/officeDocument/2006/relationships/customXml" Target="../ink/ink14.xml"/><Relationship Id="rId10" Type="http://schemas.openxmlformats.org/officeDocument/2006/relationships/customXml" Target="../ink/ink5.xml"/><Relationship Id="rId19" Type="http://schemas.openxmlformats.org/officeDocument/2006/relationships/image" Target="../media/image23.png"/><Relationship Id="rId31" Type="http://schemas.openxmlformats.org/officeDocument/2006/relationships/image" Target="../media/image29.png"/><Relationship Id="rId4" Type="http://schemas.openxmlformats.org/officeDocument/2006/relationships/customXml" Target="../ink/ink2.xml"/><Relationship Id="rId9" Type="http://schemas.openxmlformats.org/officeDocument/2006/relationships/image" Target="../media/image18.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27.png"/><Relationship Id="rId30" Type="http://schemas.openxmlformats.org/officeDocument/2006/relationships/customXml" Target="../ink/ink15.xml"/></Relationships>
</file>

<file path=ppt/slides/_rels/slide16.xml.rels><?xml version="1.0" encoding="UTF-8" standalone="yes"?>
<Relationships xmlns="http://schemas.openxmlformats.org/package/2006/relationships"><Relationship Id="rId26" Type="http://schemas.openxmlformats.org/officeDocument/2006/relationships/customXml" Target="../ink/ink28.xml"/><Relationship Id="rId21" Type="http://schemas.openxmlformats.org/officeDocument/2006/relationships/image" Target="../media/image39.png"/><Relationship Id="rId42" Type="http://schemas.openxmlformats.org/officeDocument/2006/relationships/customXml" Target="../ink/ink36.xml"/><Relationship Id="rId47" Type="http://schemas.openxmlformats.org/officeDocument/2006/relationships/image" Target="../media/image52.png"/><Relationship Id="rId63" Type="http://schemas.openxmlformats.org/officeDocument/2006/relationships/image" Target="../media/image60.png"/><Relationship Id="rId68" Type="http://schemas.openxmlformats.org/officeDocument/2006/relationships/customXml" Target="../ink/ink49.xml"/><Relationship Id="rId16" Type="http://schemas.openxmlformats.org/officeDocument/2006/relationships/customXml" Target="../ink/ink23.xml"/><Relationship Id="rId11" Type="http://schemas.openxmlformats.org/officeDocument/2006/relationships/image" Target="../media/image34.png"/><Relationship Id="rId24" Type="http://schemas.openxmlformats.org/officeDocument/2006/relationships/customXml" Target="../ink/ink27.xml"/><Relationship Id="rId32" Type="http://schemas.openxmlformats.org/officeDocument/2006/relationships/customXml" Target="../ink/ink31.xml"/><Relationship Id="rId37" Type="http://schemas.openxmlformats.org/officeDocument/2006/relationships/image" Target="../media/image47.png"/><Relationship Id="rId40" Type="http://schemas.openxmlformats.org/officeDocument/2006/relationships/customXml" Target="../ink/ink35.xml"/><Relationship Id="rId45" Type="http://schemas.openxmlformats.org/officeDocument/2006/relationships/image" Target="../media/image51.png"/><Relationship Id="rId53" Type="http://schemas.openxmlformats.org/officeDocument/2006/relationships/image" Target="../media/image55.png"/><Relationship Id="rId58" Type="http://schemas.openxmlformats.org/officeDocument/2006/relationships/customXml" Target="../ink/ink44.xml"/><Relationship Id="rId66" Type="http://schemas.openxmlformats.org/officeDocument/2006/relationships/customXml" Target="../ink/ink48.xml"/><Relationship Id="rId74" Type="http://schemas.openxmlformats.org/officeDocument/2006/relationships/customXml" Target="../ink/ink52.xml"/><Relationship Id="rId79" Type="http://schemas.openxmlformats.org/officeDocument/2006/relationships/image" Target="../media/image68.png"/><Relationship Id="rId5" Type="http://schemas.openxmlformats.org/officeDocument/2006/relationships/image" Target="../media/image31.png"/><Relationship Id="rId61" Type="http://schemas.openxmlformats.org/officeDocument/2006/relationships/image" Target="../media/image59.png"/><Relationship Id="rId19" Type="http://schemas.openxmlformats.org/officeDocument/2006/relationships/image" Target="../media/image38.png"/><Relationship Id="rId14" Type="http://schemas.openxmlformats.org/officeDocument/2006/relationships/customXml" Target="../ink/ink22.xml"/><Relationship Id="rId22" Type="http://schemas.openxmlformats.org/officeDocument/2006/relationships/customXml" Target="../ink/ink26.xml"/><Relationship Id="rId27" Type="http://schemas.openxmlformats.org/officeDocument/2006/relationships/image" Target="../media/image42.png"/><Relationship Id="rId30" Type="http://schemas.openxmlformats.org/officeDocument/2006/relationships/customXml" Target="../ink/ink30.xml"/><Relationship Id="rId35" Type="http://schemas.openxmlformats.org/officeDocument/2006/relationships/image" Target="../media/image46.png"/><Relationship Id="rId43" Type="http://schemas.openxmlformats.org/officeDocument/2006/relationships/image" Target="../media/image50.png"/><Relationship Id="rId48" Type="http://schemas.openxmlformats.org/officeDocument/2006/relationships/customXml" Target="../ink/ink39.xml"/><Relationship Id="rId56" Type="http://schemas.openxmlformats.org/officeDocument/2006/relationships/customXml" Target="../ink/ink43.xml"/><Relationship Id="rId64" Type="http://schemas.openxmlformats.org/officeDocument/2006/relationships/customXml" Target="../ink/ink47.xml"/><Relationship Id="rId69" Type="http://schemas.openxmlformats.org/officeDocument/2006/relationships/image" Target="../media/image63.png"/><Relationship Id="rId77" Type="http://schemas.openxmlformats.org/officeDocument/2006/relationships/image" Target="../media/image67.png"/><Relationship Id="rId8" Type="http://schemas.openxmlformats.org/officeDocument/2006/relationships/customXml" Target="../ink/ink19.xml"/><Relationship Id="rId51" Type="http://schemas.openxmlformats.org/officeDocument/2006/relationships/image" Target="../media/image54.png"/><Relationship Id="rId72" Type="http://schemas.openxmlformats.org/officeDocument/2006/relationships/customXml" Target="../ink/ink51.xml"/><Relationship Id="rId3" Type="http://schemas.openxmlformats.org/officeDocument/2006/relationships/image" Target="../media/image30.png"/><Relationship Id="rId12" Type="http://schemas.openxmlformats.org/officeDocument/2006/relationships/customXml" Target="../ink/ink21.xml"/><Relationship Id="rId17" Type="http://schemas.openxmlformats.org/officeDocument/2006/relationships/image" Target="../media/image37.png"/><Relationship Id="rId25" Type="http://schemas.openxmlformats.org/officeDocument/2006/relationships/image" Target="../media/image41.png"/><Relationship Id="rId33" Type="http://schemas.openxmlformats.org/officeDocument/2006/relationships/image" Target="../media/image45.png"/><Relationship Id="rId38" Type="http://schemas.openxmlformats.org/officeDocument/2006/relationships/customXml" Target="../ink/ink34.xml"/><Relationship Id="rId46" Type="http://schemas.openxmlformats.org/officeDocument/2006/relationships/customXml" Target="../ink/ink38.xml"/><Relationship Id="rId59" Type="http://schemas.openxmlformats.org/officeDocument/2006/relationships/image" Target="../media/image58.png"/><Relationship Id="rId67" Type="http://schemas.openxmlformats.org/officeDocument/2006/relationships/image" Target="../media/image62.png"/><Relationship Id="rId20" Type="http://schemas.openxmlformats.org/officeDocument/2006/relationships/customXml" Target="../ink/ink25.xml"/><Relationship Id="rId41" Type="http://schemas.openxmlformats.org/officeDocument/2006/relationships/image" Target="../media/image49.png"/><Relationship Id="rId54" Type="http://schemas.openxmlformats.org/officeDocument/2006/relationships/customXml" Target="../ink/ink42.xml"/><Relationship Id="rId62" Type="http://schemas.openxmlformats.org/officeDocument/2006/relationships/customXml" Target="../ink/ink46.xml"/><Relationship Id="rId70" Type="http://schemas.openxmlformats.org/officeDocument/2006/relationships/customXml" Target="../ink/ink50.xml"/><Relationship Id="rId75"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customXml" Target="../ink/ink18.xml"/><Relationship Id="rId15" Type="http://schemas.openxmlformats.org/officeDocument/2006/relationships/image" Target="../media/image36.png"/><Relationship Id="rId23" Type="http://schemas.openxmlformats.org/officeDocument/2006/relationships/image" Target="../media/image40.png"/><Relationship Id="rId28" Type="http://schemas.openxmlformats.org/officeDocument/2006/relationships/customXml" Target="../ink/ink29.xml"/><Relationship Id="rId36" Type="http://schemas.openxmlformats.org/officeDocument/2006/relationships/customXml" Target="../ink/ink33.xml"/><Relationship Id="rId49" Type="http://schemas.openxmlformats.org/officeDocument/2006/relationships/image" Target="../media/image53.png"/><Relationship Id="rId57" Type="http://schemas.openxmlformats.org/officeDocument/2006/relationships/image" Target="../media/image57.png"/><Relationship Id="rId10" Type="http://schemas.openxmlformats.org/officeDocument/2006/relationships/customXml" Target="../ink/ink20.xml"/><Relationship Id="rId31" Type="http://schemas.openxmlformats.org/officeDocument/2006/relationships/image" Target="../media/image44.png"/><Relationship Id="rId44" Type="http://schemas.openxmlformats.org/officeDocument/2006/relationships/customXml" Target="../ink/ink37.xml"/><Relationship Id="rId52" Type="http://schemas.openxmlformats.org/officeDocument/2006/relationships/customXml" Target="../ink/ink41.xml"/><Relationship Id="rId60" Type="http://schemas.openxmlformats.org/officeDocument/2006/relationships/customXml" Target="../ink/ink45.xml"/><Relationship Id="rId65" Type="http://schemas.openxmlformats.org/officeDocument/2006/relationships/image" Target="../media/image61.png"/><Relationship Id="rId73" Type="http://schemas.openxmlformats.org/officeDocument/2006/relationships/image" Target="../media/image65.png"/><Relationship Id="rId78" Type="http://schemas.openxmlformats.org/officeDocument/2006/relationships/customXml" Target="../ink/ink54.xml"/><Relationship Id="rId4" Type="http://schemas.openxmlformats.org/officeDocument/2006/relationships/customXml" Target="../ink/ink17.xml"/><Relationship Id="rId9" Type="http://schemas.openxmlformats.org/officeDocument/2006/relationships/image" Target="../media/image33.png"/><Relationship Id="rId13" Type="http://schemas.openxmlformats.org/officeDocument/2006/relationships/image" Target="../media/image35.png"/><Relationship Id="rId18" Type="http://schemas.openxmlformats.org/officeDocument/2006/relationships/customXml" Target="../ink/ink24.xml"/><Relationship Id="rId39" Type="http://schemas.openxmlformats.org/officeDocument/2006/relationships/image" Target="../media/image48.png"/><Relationship Id="rId34" Type="http://schemas.openxmlformats.org/officeDocument/2006/relationships/customXml" Target="../ink/ink32.xml"/><Relationship Id="rId50" Type="http://schemas.openxmlformats.org/officeDocument/2006/relationships/customXml" Target="../ink/ink40.xml"/><Relationship Id="rId55" Type="http://schemas.openxmlformats.org/officeDocument/2006/relationships/image" Target="../media/image56.png"/><Relationship Id="rId76" Type="http://schemas.openxmlformats.org/officeDocument/2006/relationships/customXml" Target="../ink/ink53.xml"/><Relationship Id="rId7" Type="http://schemas.openxmlformats.org/officeDocument/2006/relationships/image" Target="../media/image32.png"/><Relationship Id="rId71" Type="http://schemas.openxmlformats.org/officeDocument/2006/relationships/image" Target="../media/image64.png"/><Relationship Id="rId2" Type="http://schemas.openxmlformats.org/officeDocument/2006/relationships/customXml" Target="../ink/ink16.xml"/><Relationship Id="rId29" Type="http://schemas.openxmlformats.org/officeDocument/2006/relationships/image" Target="../media/image43.png"/></Relationships>
</file>

<file path=ppt/slides/_rels/slide17.xml.rels><?xml version="1.0" encoding="UTF-8" standalone="yes"?>
<Relationships xmlns="http://schemas.openxmlformats.org/package/2006/relationships"><Relationship Id="rId26" Type="http://schemas.openxmlformats.org/officeDocument/2006/relationships/image" Target="../media/image80.png"/><Relationship Id="rId117" Type="http://schemas.openxmlformats.org/officeDocument/2006/relationships/image" Target="../media/image122.png"/><Relationship Id="rId21" Type="http://schemas.openxmlformats.org/officeDocument/2006/relationships/customXml" Target="../ink/ink65.xml"/><Relationship Id="rId42" Type="http://schemas.openxmlformats.org/officeDocument/2006/relationships/image" Target="../media/image88.png"/><Relationship Id="rId47" Type="http://schemas.openxmlformats.org/officeDocument/2006/relationships/customXml" Target="../ink/ink78.xml"/><Relationship Id="rId63" Type="http://schemas.openxmlformats.org/officeDocument/2006/relationships/customXml" Target="../ink/ink88.xml"/><Relationship Id="rId68" Type="http://schemas.openxmlformats.org/officeDocument/2006/relationships/image" Target="../media/image98.png"/><Relationship Id="rId84" Type="http://schemas.openxmlformats.org/officeDocument/2006/relationships/customXml" Target="../ink/ink99.xml"/><Relationship Id="rId89" Type="http://schemas.openxmlformats.org/officeDocument/2006/relationships/image" Target="../media/image108.png"/><Relationship Id="rId112" Type="http://schemas.openxmlformats.org/officeDocument/2006/relationships/customXml" Target="../ink/ink113.xml"/><Relationship Id="rId16" Type="http://schemas.openxmlformats.org/officeDocument/2006/relationships/image" Target="../media/image75.png"/><Relationship Id="rId107" Type="http://schemas.openxmlformats.org/officeDocument/2006/relationships/image" Target="../media/image117.png"/><Relationship Id="rId11" Type="http://schemas.openxmlformats.org/officeDocument/2006/relationships/image" Target="../media/image73.png"/><Relationship Id="rId32" Type="http://schemas.openxmlformats.org/officeDocument/2006/relationships/image" Target="../media/image83.png"/><Relationship Id="rId37" Type="http://schemas.openxmlformats.org/officeDocument/2006/relationships/customXml" Target="../ink/ink73.xml"/><Relationship Id="rId53" Type="http://schemas.openxmlformats.org/officeDocument/2006/relationships/customXml" Target="../ink/ink81.xml"/><Relationship Id="rId58" Type="http://schemas.openxmlformats.org/officeDocument/2006/relationships/image" Target="../media/image93.png"/><Relationship Id="rId74" Type="http://schemas.openxmlformats.org/officeDocument/2006/relationships/image" Target="../media/image101.png"/><Relationship Id="rId79" Type="http://schemas.openxmlformats.org/officeDocument/2006/relationships/customXml" Target="../ink/ink96.xml"/><Relationship Id="rId102" Type="http://schemas.openxmlformats.org/officeDocument/2006/relationships/customXml" Target="../ink/ink108.xml"/><Relationship Id="rId123" Type="http://schemas.openxmlformats.org/officeDocument/2006/relationships/image" Target="../media/image125.png"/><Relationship Id="rId5" Type="http://schemas.openxmlformats.org/officeDocument/2006/relationships/image" Target="../media/image70.png"/><Relationship Id="rId90" Type="http://schemas.openxmlformats.org/officeDocument/2006/relationships/customXml" Target="../ink/ink102.xml"/><Relationship Id="rId95" Type="http://schemas.openxmlformats.org/officeDocument/2006/relationships/image" Target="../media/image111.png"/><Relationship Id="rId22" Type="http://schemas.openxmlformats.org/officeDocument/2006/relationships/image" Target="../media/image78.png"/><Relationship Id="rId27" Type="http://schemas.openxmlformats.org/officeDocument/2006/relationships/customXml" Target="../ink/ink68.xml"/><Relationship Id="rId43" Type="http://schemas.openxmlformats.org/officeDocument/2006/relationships/customXml" Target="../ink/ink76.xml"/><Relationship Id="rId48" Type="http://schemas.openxmlformats.org/officeDocument/2006/relationships/image" Target="../media/image91.png"/><Relationship Id="rId64" Type="http://schemas.openxmlformats.org/officeDocument/2006/relationships/image" Target="../media/image96.png"/><Relationship Id="rId69" Type="http://schemas.openxmlformats.org/officeDocument/2006/relationships/customXml" Target="../ink/ink91.xml"/><Relationship Id="rId113" Type="http://schemas.openxmlformats.org/officeDocument/2006/relationships/image" Target="../media/image120.png"/><Relationship Id="rId118" Type="http://schemas.openxmlformats.org/officeDocument/2006/relationships/customXml" Target="../ink/ink116.xml"/><Relationship Id="rId80" Type="http://schemas.openxmlformats.org/officeDocument/2006/relationships/customXml" Target="../ink/ink97.xml"/><Relationship Id="rId85" Type="http://schemas.openxmlformats.org/officeDocument/2006/relationships/image" Target="../media/image106.png"/><Relationship Id="rId12" Type="http://schemas.openxmlformats.org/officeDocument/2006/relationships/customXml" Target="../ink/ink60.xml"/><Relationship Id="rId17" Type="http://schemas.openxmlformats.org/officeDocument/2006/relationships/customXml" Target="../ink/ink63.xml"/><Relationship Id="rId33" Type="http://schemas.openxmlformats.org/officeDocument/2006/relationships/customXml" Target="../ink/ink71.xml"/><Relationship Id="rId38" Type="http://schemas.openxmlformats.org/officeDocument/2006/relationships/image" Target="../media/image86.png"/><Relationship Id="rId59" Type="http://schemas.openxmlformats.org/officeDocument/2006/relationships/customXml" Target="../ink/ink86.xml"/><Relationship Id="rId103" Type="http://schemas.openxmlformats.org/officeDocument/2006/relationships/image" Target="../media/image115.png"/><Relationship Id="rId108" Type="http://schemas.openxmlformats.org/officeDocument/2006/relationships/customXml" Target="../ink/ink111.xml"/><Relationship Id="rId54" Type="http://schemas.openxmlformats.org/officeDocument/2006/relationships/customXml" Target="../ink/ink82.xml"/><Relationship Id="rId70" Type="http://schemas.openxmlformats.org/officeDocument/2006/relationships/image" Target="../media/image99.png"/><Relationship Id="rId75" Type="http://schemas.openxmlformats.org/officeDocument/2006/relationships/customXml" Target="../ink/ink94.xml"/><Relationship Id="rId91" Type="http://schemas.openxmlformats.org/officeDocument/2006/relationships/image" Target="../media/image109.png"/><Relationship Id="rId96" Type="http://schemas.openxmlformats.org/officeDocument/2006/relationships/customXml" Target="../ink/ink105.xml"/><Relationship Id="rId1" Type="http://schemas.openxmlformats.org/officeDocument/2006/relationships/slideLayout" Target="../slideLayouts/slideLayout2.xml"/><Relationship Id="rId6" Type="http://schemas.openxmlformats.org/officeDocument/2006/relationships/customXml" Target="../ink/ink57.xml"/><Relationship Id="rId23" Type="http://schemas.openxmlformats.org/officeDocument/2006/relationships/customXml" Target="../ink/ink66.xml"/><Relationship Id="rId28" Type="http://schemas.openxmlformats.org/officeDocument/2006/relationships/image" Target="../media/image81.png"/><Relationship Id="rId49" Type="http://schemas.openxmlformats.org/officeDocument/2006/relationships/customXml" Target="../ink/ink79.xml"/><Relationship Id="rId114" Type="http://schemas.openxmlformats.org/officeDocument/2006/relationships/customXml" Target="../ink/ink114.xml"/><Relationship Id="rId119" Type="http://schemas.openxmlformats.org/officeDocument/2006/relationships/image" Target="../media/image123.png"/><Relationship Id="rId44" Type="http://schemas.openxmlformats.org/officeDocument/2006/relationships/image" Target="../media/image89.png"/><Relationship Id="rId60" Type="http://schemas.openxmlformats.org/officeDocument/2006/relationships/image" Target="../media/image94.png"/><Relationship Id="rId65" Type="http://schemas.openxmlformats.org/officeDocument/2006/relationships/customXml" Target="../ink/ink89.xml"/><Relationship Id="rId81" Type="http://schemas.openxmlformats.org/officeDocument/2006/relationships/image" Target="../media/image104.png"/><Relationship Id="rId86" Type="http://schemas.openxmlformats.org/officeDocument/2006/relationships/customXml" Target="../ink/ink100.xml"/><Relationship Id="rId4" Type="http://schemas.openxmlformats.org/officeDocument/2006/relationships/customXml" Target="../ink/ink56.xml"/><Relationship Id="rId9" Type="http://schemas.openxmlformats.org/officeDocument/2006/relationships/image" Target="../media/image72.png"/><Relationship Id="rId13" Type="http://schemas.openxmlformats.org/officeDocument/2006/relationships/customXml" Target="../ink/ink61.xml"/><Relationship Id="rId18" Type="http://schemas.openxmlformats.org/officeDocument/2006/relationships/image" Target="../media/image76.png"/><Relationship Id="rId39" Type="http://schemas.openxmlformats.org/officeDocument/2006/relationships/customXml" Target="../ink/ink74.xml"/><Relationship Id="rId109" Type="http://schemas.openxmlformats.org/officeDocument/2006/relationships/image" Target="../media/image118.png"/><Relationship Id="rId34" Type="http://schemas.openxmlformats.org/officeDocument/2006/relationships/image" Target="../media/image84.png"/><Relationship Id="rId50" Type="http://schemas.openxmlformats.org/officeDocument/2006/relationships/image" Target="../media/image92.png"/><Relationship Id="rId55" Type="http://schemas.openxmlformats.org/officeDocument/2006/relationships/customXml" Target="../ink/ink83.xml"/><Relationship Id="rId76" Type="http://schemas.openxmlformats.org/officeDocument/2006/relationships/image" Target="../media/image102.png"/><Relationship Id="rId97" Type="http://schemas.openxmlformats.org/officeDocument/2006/relationships/image" Target="../media/image112.png"/><Relationship Id="rId104" Type="http://schemas.openxmlformats.org/officeDocument/2006/relationships/customXml" Target="../ink/ink109.xml"/><Relationship Id="rId120" Type="http://schemas.openxmlformats.org/officeDocument/2006/relationships/customXml" Target="../ink/ink117.xml"/><Relationship Id="rId7" Type="http://schemas.openxmlformats.org/officeDocument/2006/relationships/image" Target="../media/image71.png"/><Relationship Id="rId71" Type="http://schemas.openxmlformats.org/officeDocument/2006/relationships/customXml" Target="../ink/ink92.xml"/><Relationship Id="rId92" Type="http://schemas.openxmlformats.org/officeDocument/2006/relationships/customXml" Target="../ink/ink103.xml"/><Relationship Id="rId2" Type="http://schemas.openxmlformats.org/officeDocument/2006/relationships/customXml" Target="../ink/ink55.xml"/><Relationship Id="rId29" Type="http://schemas.openxmlformats.org/officeDocument/2006/relationships/customXml" Target="../ink/ink69.xml"/><Relationship Id="rId24" Type="http://schemas.openxmlformats.org/officeDocument/2006/relationships/image" Target="../media/image79.png"/><Relationship Id="rId40" Type="http://schemas.openxmlformats.org/officeDocument/2006/relationships/image" Target="../media/image87.png"/><Relationship Id="rId45" Type="http://schemas.openxmlformats.org/officeDocument/2006/relationships/customXml" Target="../ink/ink77.xml"/><Relationship Id="rId66" Type="http://schemas.openxmlformats.org/officeDocument/2006/relationships/image" Target="../media/image97.png"/><Relationship Id="rId87" Type="http://schemas.openxmlformats.org/officeDocument/2006/relationships/image" Target="../media/image107.png"/><Relationship Id="rId110" Type="http://schemas.openxmlformats.org/officeDocument/2006/relationships/customXml" Target="../ink/ink112.xml"/><Relationship Id="rId115" Type="http://schemas.openxmlformats.org/officeDocument/2006/relationships/image" Target="../media/image121.png"/><Relationship Id="rId61" Type="http://schemas.openxmlformats.org/officeDocument/2006/relationships/customXml" Target="../ink/ink87.xml"/><Relationship Id="rId82" Type="http://schemas.openxmlformats.org/officeDocument/2006/relationships/customXml" Target="../ink/ink98.xml"/><Relationship Id="rId19" Type="http://schemas.openxmlformats.org/officeDocument/2006/relationships/customXml" Target="../ink/ink64.xml"/><Relationship Id="rId14" Type="http://schemas.openxmlformats.org/officeDocument/2006/relationships/image" Target="../media/image74.png"/><Relationship Id="rId30" Type="http://schemas.openxmlformats.org/officeDocument/2006/relationships/image" Target="../media/image82.png"/><Relationship Id="rId35" Type="http://schemas.openxmlformats.org/officeDocument/2006/relationships/customXml" Target="../ink/ink72.xml"/><Relationship Id="rId56" Type="http://schemas.openxmlformats.org/officeDocument/2006/relationships/customXml" Target="../ink/ink84.xml"/><Relationship Id="rId77" Type="http://schemas.openxmlformats.org/officeDocument/2006/relationships/customXml" Target="../ink/ink95.xml"/><Relationship Id="rId100" Type="http://schemas.openxmlformats.org/officeDocument/2006/relationships/customXml" Target="../ink/ink107.xml"/><Relationship Id="rId105" Type="http://schemas.openxmlformats.org/officeDocument/2006/relationships/image" Target="../media/image116.png"/><Relationship Id="rId8" Type="http://schemas.openxmlformats.org/officeDocument/2006/relationships/customXml" Target="../ink/ink58.xml"/><Relationship Id="rId51" Type="http://schemas.openxmlformats.org/officeDocument/2006/relationships/customXml" Target="../ink/ink80.xml"/><Relationship Id="rId72" Type="http://schemas.openxmlformats.org/officeDocument/2006/relationships/image" Target="../media/image100.png"/><Relationship Id="rId93" Type="http://schemas.openxmlformats.org/officeDocument/2006/relationships/image" Target="../media/image110.png"/><Relationship Id="rId98" Type="http://schemas.openxmlformats.org/officeDocument/2006/relationships/customXml" Target="../ink/ink106.xml"/><Relationship Id="rId121" Type="http://schemas.openxmlformats.org/officeDocument/2006/relationships/image" Target="../media/image124.png"/><Relationship Id="rId3" Type="http://schemas.openxmlformats.org/officeDocument/2006/relationships/image" Target="../media/image69.png"/><Relationship Id="rId25" Type="http://schemas.openxmlformats.org/officeDocument/2006/relationships/customXml" Target="../ink/ink67.xml"/><Relationship Id="rId46" Type="http://schemas.openxmlformats.org/officeDocument/2006/relationships/image" Target="../media/image90.png"/><Relationship Id="rId67" Type="http://schemas.openxmlformats.org/officeDocument/2006/relationships/customXml" Target="../ink/ink90.xml"/><Relationship Id="rId116" Type="http://schemas.openxmlformats.org/officeDocument/2006/relationships/customXml" Target="../ink/ink115.xml"/><Relationship Id="rId20" Type="http://schemas.openxmlformats.org/officeDocument/2006/relationships/image" Target="../media/image77.png"/><Relationship Id="rId41" Type="http://schemas.openxmlformats.org/officeDocument/2006/relationships/customXml" Target="../ink/ink75.xml"/><Relationship Id="rId62" Type="http://schemas.openxmlformats.org/officeDocument/2006/relationships/image" Target="../media/image95.png"/><Relationship Id="rId83" Type="http://schemas.openxmlformats.org/officeDocument/2006/relationships/image" Target="../media/image105.png"/><Relationship Id="rId88" Type="http://schemas.openxmlformats.org/officeDocument/2006/relationships/customXml" Target="../ink/ink101.xml"/><Relationship Id="rId111" Type="http://schemas.openxmlformats.org/officeDocument/2006/relationships/image" Target="../media/image119.png"/><Relationship Id="rId15" Type="http://schemas.openxmlformats.org/officeDocument/2006/relationships/customXml" Target="../ink/ink62.xml"/><Relationship Id="rId36" Type="http://schemas.openxmlformats.org/officeDocument/2006/relationships/image" Target="../media/image85.png"/><Relationship Id="rId57" Type="http://schemas.openxmlformats.org/officeDocument/2006/relationships/customXml" Target="../ink/ink85.xml"/><Relationship Id="rId106" Type="http://schemas.openxmlformats.org/officeDocument/2006/relationships/customXml" Target="../ink/ink110.xml"/><Relationship Id="rId10" Type="http://schemas.openxmlformats.org/officeDocument/2006/relationships/customXml" Target="../ink/ink59.xml"/><Relationship Id="rId31" Type="http://schemas.openxmlformats.org/officeDocument/2006/relationships/customXml" Target="../ink/ink70.xml"/><Relationship Id="rId52" Type="http://schemas.openxmlformats.org/officeDocument/2006/relationships/image" Target="../media/image28.png"/><Relationship Id="rId73" Type="http://schemas.openxmlformats.org/officeDocument/2006/relationships/customXml" Target="../ink/ink93.xml"/><Relationship Id="rId78" Type="http://schemas.openxmlformats.org/officeDocument/2006/relationships/image" Target="../media/image103.png"/><Relationship Id="rId94" Type="http://schemas.openxmlformats.org/officeDocument/2006/relationships/customXml" Target="../ink/ink104.xml"/><Relationship Id="rId99" Type="http://schemas.openxmlformats.org/officeDocument/2006/relationships/image" Target="../media/image113.png"/><Relationship Id="rId101" Type="http://schemas.openxmlformats.org/officeDocument/2006/relationships/image" Target="../media/image114.png"/><Relationship Id="rId122" Type="http://schemas.openxmlformats.org/officeDocument/2006/relationships/customXml" Target="../ink/ink1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Efectos fotográficos de luz de colores">
            <a:extLst>
              <a:ext uri="{FF2B5EF4-FFF2-40B4-BE49-F238E27FC236}">
                <a16:creationId xmlns:a16="http://schemas.microsoft.com/office/drawing/2014/main" id="{33B7B8BE-B92E-B04B-9CF4-96F5C0BD6E18}"/>
              </a:ext>
            </a:extLst>
          </p:cNvPr>
          <p:cNvPicPr>
            <a:picLocks noChangeAspect="1"/>
          </p:cNvPicPr>
          <p:nvPr/>
        </p:nvPicPr>
        <p:blipFill rotWithShape="1">
          <a:blip r:embed="rId2">
            <a:alphaModFix amt="50000"/>
          </a:blip>
          <a:srcRect t="1980" r="-1" b="13729"/>
          <a:stretch/>
        </p:blipFill>
        <p:spPr>
          <a:xfrm>
            <a:off x="20" y="10"/>
            <a:ext cx="12188932" cy="6857990"/>
          </a:xfrm>
          <a:prstGeom prst="rect">
            <a:avLst/>
          </a:prstGeom>
        </p:spPr>
      </p:pic>
      <p:sp>
        <p:nvSpPr>
          <p:cNvPr id="2" name="Título 1">
            <a:extLst>
              <a:ext uri="{FF2B5EF4-FFF2-40B4-BE49-F238E27FC236}">
                <a16:creationId xmlns:a16="http://schemas.microsoft.com/office/drawing/2014/main" id="{D32B76E1-E6E8-0506-2323-2291102D9AA6}"/>
              </a:ext>
            </a:extLst>
          </p:cNvPr>
          <p:cNvSpPr>
            <a:spLocks noGrp="1"/>
          </p:cNvSpPr>
          <p:nvPr>
            <p:ph type="ctrTitle"/>
          </p:nvPr>
        </p:nvSpPr>
        <p:spPr>
          <a:xfrm>
            <a:off x="1527048" y="1124712"/>
            <a:ext cx="9144000" cy="3063240"/>
          </a:xfrm>
        </p:spPr>
        <p:txBody>
          <a:bodyPr>
            <a:normAutofit/>
          </a:bodyPr>
          <a:lstStyle/>
          <a:p>
            <a:pPr algn="ctr"/>
            <a:r>
              <a:rPr lang="es-ES" b="1" dirty="0"/>
              <a:t>Valoración de Acciones</a:t>
            </a:r>
            <a:endParaRPr lang="es-GT" b="1" dirty="0"/>
          </a:p>
        </p:txBody>
      </p:sp>
      <p:sp>
        <p:nvSpPr>
          <p:cNvPr id="3" name="Subtítulo 2">
            <a:extLst>
              <a:ext uri="{FF2B5EF4-FFF2-40B4-BE49-F238E27FC236}">
                <a16:creationId xmlns:a16="http://schemas.microsoft.com/office/drawing/2014/main" id="{55E2A2C8-1B86-17BB-411F-D78F66B88E59}"/>
              </a:ext>
            </a:extLst>
          </p:cNvPr>
          <p:cNvSpPr>
            <a:spLocks noGrp="1"/>
          </p:cNvSpPr>
          <p:nvPr>
            <p:ph type="subTitle" idx="1"/>
          </p:nvPr>
        </p:nvSpPr>
        <p:spPr>
          <a:xfrm>
            <a:off x="1527048" y="4599432"/>
            <a:ext cx="9144000" cy="1227520"/>
          </a:xfrm>
        </p:spPr>
        <p:txBody>
          <a:bodyPr>
            <a:normAutofit/>
          </a:bodyPr>
          <a:lstStyle/>
          <a:p>
            <a:pPr algn="ctr"/>
            <a:r>
              <a:rPr lang="es-ES" sz="3200"/>
              <a:t>- </a:t>
            </a:r>
            <a:endParaRPr lang="es-GT" sz="3200"/>
          </a:p>
        </p:txBody>
      </p:sp>
      <p:sp>
        <p:nvSpPr>
          <p:cNvPr id="37" name="Rectangle 6">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onnsiteX0" fmla="*/ 0 w 10515600"/>
              <a:gd name="connsiteY0" fmla="*/ 0 h 5416094"/>
              <a:gd name="connsiteX1" fmla="*/ 552069 w 10515600"/>
              <a:gd name="connsiteY1" fmla="*/ 0 h 5416094"/>
              <a:gd name="connsiteX2" fmla="*/ 893826 w 10515600"/>
              <a:gd name="connsiteY2" fmla="*/ 0 h 5416094"/>
              <a:gd name="connsiteX3" fmla="*/ 1761363 w 10515600"/>
              <a:gd name="connsiteY3" fmla="*/ 0 h 5416094"/>
              <a:gd name="connsiteX4" fmla="*/ 2313432 w 10515600"/>
              <a:gd name="connsiteY4" fmla="*/ 0 h 5416094"/>
              <a:gd name="connsiteX5" fmla="*/ 2865501 w 10515600"/>
              <a:gd name="connsiteY5" fmla="*/ 0 h 5416094"/>
              <a:gd name="connsiteX6" fmla="*/ 3733038 w 10515600"/>
              <a:gd name="connsiteY6" fmla="*/ 0 h 5416094"/>
              <a:gd name="connsiteX7" fmla="*/ 4179951 w 10515600"/>
              <a:gd name="connsiteY7" fmla="*/ 0 h 5416094"/>
              <a:gd name="connsiteX8" fmla="*/ 5047488 w 10515600"/>
              <a:gd name="connsiteY8" fmla="*/ 0 h 5416094"/>
              <a:gd name="connsiteX9" fmla="*/ 5915025 w 10515600"/>
              <a:gd name="connsiteY9" fmla="*/ 0 h 5416094"/>
              <a:gd name="connsiteX10" fmla="*/ 6572250 w 10515600"/>
              <a:gd name="connsiteY10" fmla="*/ 0 h 5416094"/>
              <a:gd name="connsiteX11" fmla="*/ 7439787 w 10515600"/>
              <a:gd name="connsiteY11" fmla="*/ 0 h 5416094"/>
              <a:gd name="connsiteX12" fmla="*/ 7991856 w 10515600"/>
              <a:gd name="connsiteY12" fmla="*/ 0 h 5416094"/>
              <a:gd name="connsiteX13" fmla="*/ 8543925 w 10515600"/>
              <a:gd name="connsiteY13" fmla="*/ 0 h 5416094"/>
              <a:gd name="connsiteX14" fmla="*/ 9306306 w 10515600"/>
              <a:gd name="connsiteY14" fmla="*/ 0 h 5416094"/>
              <a:gd name="connsiteX15" fmla="*/ 9858375 w 10515600"/>
              <a:gd name="connsiteY15" fmla="*/ 0 h 5416094"/>
              <a:gd name="connsiteX16" fmla="*/ 10515600 w 10515600"/>
              <a:gd name="connsiteY16" fmla="*/ 0 h 5416094"/>
              <a:gd name="connsiteX17" fmla="*/ 10515600 w 10515600"/>
              <a:gd name="connsiteY17" fmla="*/ 785334 h 5416094"/>
              <a:gd name="connsiteX18" fmla="*/ 10515600 w 10515600"/>
              <a:gd name="connsiteY18" fmla="*/ 1516506 h 5416094"/>
              <a:gd name="connsiteX19" fmla="*/ 10515600 w 10515600"/>
              <a:gd name="connsiteY19" fmla="*/ 2247679 h 5416094"/>
              <a:gd name="connsiteX20" fmla="*/ 10515600 w 10515600"/>
              <a:gd name="connsiteY20" fmla="*/ 2762208 h 5416094"/>
              <a:gd name="connsiteX21" fmla="*/ 10515600 w 10515600"/>
              <a:gd name="connsiteY21" fmla="*/ 3330898 h 5416094"/>
              <a:gd name="connsiteX22" fmla="*/ 10515600 w 10515600"/>
              <a:gd name="connsiteY22" fmla="*/ 4062071 h 5416094"/>
              <a:gd name="connsiteX23" fmla="*/ 10515600 w 10515600"/>
              <a:gd name="connsiteY23" fmla="*/ 4684921 h 5416094"/>
              <a:gd name="connsiteX24" fmla="*/ 10515600 w 10515600"/>
              <a:gd name="connsiteY24" fmla="*/ 5416094 h 5416094"/>
              <a:gd name="connsiteX25" fmla="*/ 9753219 w 10515600"/>
              <a:gd name="connsiteY25" fmla="*/ 5416094 h 5416094"/>
              <a:gd name="connsiteX26" fmla="*/ 9411462 w 10515600"/>
              <a:gd name="connsiteY26" fmla="*/ 5416094 h 5416094"/>
              <a:gd name="connsiteX27" fmla="*/ 8754237 w 10515600"/>
              <a:gd name="connsiteY27" fmla="*/ 5416094 h 5416094"/>
              <a:gd name="connsiteX28" fmla="*/ 8307324 w 10515600"/>
              <a:gd name="connsiteY28" fmla="*/ 5416094 h 5416094"/>
              <a:gd name="connsiteX29" fmla="*/ 7544943 w 10515600"/>
              <a:gd name="connsiteY29" fmla="*/ 5416094 h 5416094"/>
              <a:gd name="connsiteX30" fmla="*/ 7098030 w 10515600"/>
              <a:gd name="connsiteY30" fmla="*/ 5416094 h 5416094"/>
              <a:gd name="connsiteX31" fmla="*/ 6335649 w 10515600"/>
              <a:gd name="connsiteY31" fmla="*/ 5416094 h 5416094"/>
              <a:gd name="connsiteX32" fmla="*/ 5993892 w 10515600"/>
              <a:gd name="connsiteY32" fmla="*/ 5416094 h 5416094"/>
              <a:gd name="connsiteX33" fmla="*/ 5231511 w 10515600"/>
              <a:gd name="connsiteY33" fmla="*/ 5416094 h 5416094"/>
              <a:gd name="connsiteX34" fmla="*/ 4784598 w 10515600"/>
              <a:gd name="connsiteY34" fmla="*/ 5416094 h 5416094"/>
              <a:gd name="connsiteX35" fmla="*/ 4442841 w 10515600"/>
              <a:gd name="connsiteY35" fmla="*/ 5416094 h 5416094"/>
              <a:gd name="connsiteX36" fmla="*/ 3995928 w 10515600"/>
              <a:gd name="connsiteY36" fmla="*/ 5416094 h 5416094"/>
              <a:gd name="connsiteX37" fmla="*/ 3233547 w 10515600"/>
              <a:gd name="connsiteY37" fmla="*/ 5416094 h 5416094"/>
              <a:gd name="connsiteX38" fmla="*/ 2786634 w 10515600"/>
              <a:gd name="connsiteY38" fmla="*/ 5416094 h 5416094"/>
              <a:gd name="connsiteX39" fmla="*/ 2444877 w 10515600"/>
              <a:gd name="connsiteY39" fmla="*/ 5416094 h 5416094"/>
              <a:gd name="connsiteX40" fmla="*/ 1997964 w 10515600"/>
              <a:gd name="connsiteY40" fmla="*/ 5416094 h 5416094"/>
              <a:gd name="connsiteX41" fmla="*/ 1445895 w 10515600"/>
              <a:gd name="connsiteY41" fmla="*/ 5416094 h 5416094"/>
              <a:gd name="connsiteX42" fmla="*/ 788670 w 10515600"/>
              <a:gd name="connsiteY42" fmla="*/ 5416094 h 5416094"/>
              <a:gd name="connsiteX43" fmla="*/ 0 w 10515600"/>
              <a:gd name="connsiteY43" fmla="*/ 5416094 h 5416094"/>
              <a:gd name="connsiteX44" fmla="*/ 0 w 10515600"/>
              <a:gd name="connsiteY44" fmla="*/ 4630760 h 5416094"/>
              <a:gd name="connsiteX45" fmla="*/ 0 w 10515600"/>
              <a:gd name="connsiteY45" fmla="*/ 3953749 h 5416094"/>
              <a:gd name="connsiteX46" fmla="*/ 0 w 10515600"/>
              <a:gd name="connsiteY46" fmla="*/ 3276737 h 5416094"/>
              <a:gd name="connsiteX47" fmla="*/ 0 w 10515600"/>
              <a:gd name="connsiteY47" fmla="*/ 2599725 h 5416094"/>
              <a:gd name="connsiteX48" fmla="*/ 0 w 10515600"/>
              <a:gd name="connsiteY48" fmla="*/ 1922713 h 5416094"/>
              <a:gd name="connsiteX49" fmla="*/ 0 w 10515600"/>
              <a:gd name="connsiteY49" fmla="*/ 1299863 h 5416094"/>
              <a:gd name="connsiteX50" fmla="*/ 0 w 10515600"/>
              <a:gd name="connsiteY5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571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6">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067700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BC40ACB-E757-0BD8-09B5-F0A0EFF75B93}"/>
              </a:ext>
            </a:extLst>
          </p:cNvPr>
          <p:cNvSpPr>
            <a:spLocks noGrp="1"/>
          </p:cNvSpPr>
          <p:nvPr>
            <p:ph type="title"/>
          </p:nvPr>
        </p:nvSpPr>
        <p:spPr>
          <a:xfrm>
            <a:off x="640080" y="325369"/>
            <a:ext cx="4368602" cy="1956841"/>
          </a:xfrm>
        </p:spPr>
        <p:txBody>
          <a:bodyPr anchor="b">
            <a:normAutofit/>
          </a:bodyPr>
          <a:lstStyle/>
          <a:p>
            <a:pPr>
              <a:lnSpc>
                <a:spcPct val="90000"/>
              </a:lnSpc>
            </a:pPr>
            <a:r>
              <a:rPr lang="es-MX" sz="3600"/>
              <a:t>Diferencias entre capital de deuda y capital propio</a:t>
            </a:r>
            <a:endParaRPr lang="es-GT" sz="3600"/>
          </a:p>
        </p:txBody>
      </p:sp>
      <p:sp>
        <p:nvSpPr>
          <p:cNvPr id="11"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093" y="2563839"/>
            <a:ext cx="3931920" cy="27432"/>
          </a:xfrm>
          <a:custGeom>
            <a:avLst/>
            <a:gdLst>
              <a:gd name="connsiteX0" fmla="*/ 0 w 3931920"/>
              <a:gd name="connsiteY0" fmla="*/ 0 h 27432"/>
              <a:gd name="connsiteX1" fmla="*/ 733958 w 3931920"/>
              <a:gd name="connsiteY1" fmla="*/ 0 h 27432"/>
              <a:gd name="connsiteX2" fmla="*/ 1428598 w 3931920"/>
              <a:gd name="connsiteY2" fmla="*/ 0 h 27432"/>
              <a:gd name="connsiteX3" fmla="*/ 2123237 w 3931920"/>
              <a:gd name="connsiteY3" fmla="*/ 0 h 27432"/>
              <a:gd name="connsiteX4" fmla="*/ 2660599 w 3931920"/>
              <a:gd name="connsiteY4" fmla="*/ 0 h 27432"/>
              <a:gd name="connsiteX5" fmla="*/ 3237281 w 3931920"/>
              <a:gd name="connsiteY5" fmla="*/ 0 h 27432"/>
              <a:gd name="connsiteX6" fmla="*/ 3931920 w 3931920"/>
              <a:gd name="connsiteY6" fmla="*/ 0 h 27432"/>
              <a:gd name="connsiteX7" fmla="*/ 3931920 w 3931920"/>
              <a:gd name="connsiteY7" fmla="*/ 27432 h 27432"/>
              <a:gd name="connsiteX8" fmla="*/ 3276600 w 3931920"/>
              <a:gd name="connsiteY8" fmla="*/ 27432 h 27432"/>
              <a:gd name="connsiteX9" fmla="*/ 2739238 w 3931920"/>
              <a:gd name="connsiteY9" fmla="*/ 27432 h 27432"/>
              <a:gd name="connsiteX10" fmla="*/ 2201875 w 3931920"/>
              <a:gd name="connsiteY10" fmla="*/ 27432 h 27432"/>
              <a:gd name="connsiteX11" fmla="*/ 1507236 w 3931920"/>
              <a:gd name="connsiteY11" fmla="*/ 27432 h 27432"/>
              <a:gd name="connsiteX12" fmla="*/ 930554 w 3931920"/>
              <a:gd name="connsiteY12" fmla="*/ 27432 h 27432"/>
              <a:gd name="connsiteX13" fmla="*/ 0 w 3931920"/>
              <a:gd name="connsiteY13" fmla="*/ 27432 h 27432"/>
              <a:gd name="connsiteX14" fmla="*/ 0 w 3931920"/>
              <a:gd name="connsiteY14"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31920" h="27432" fill="none" extrusionOk="0">
                <a:moveTo>
                  <a:pt x="0" y="0"/>
                </a:moveTo>
                <a:cubicBezTo>
                  <a:pt x="245351" y="16874"/>
                  <a:pt x="509174" y="13736"/>
                  <a:pt x="733958" y="0"/>
                </a:cubicBezTo>
                <a:cubicBezTo>
                  <a:pt x="958742" y="-13736"/>
                  <a:pt x="1245406" y="-17215"/>
                  <a:pt x="1428598" y="0"/>
                </a:cubicBezTo>
                <a:cubicBezTo>
                  <a:pt x="1611790" y="17215"/>
                  <a:pt x="1930525" y="20562"/>
                  <a:pt x="2123237" y="0"/>
                </a:cubicBezTo>
                <a:cubicBezTo>
                  <a:pt x="2315949" y="-20562"/>
                  <a:pt x="2485508" y="11332"/>
                  <a:pt x="2660599" y="0"/>
                </a:cubicBezTo>
                <a:cubicBezTo>
                  <a:pt x="2835690" y="-11332"/>
                  <a:pt x="3075198" y="-14809"/>
                  <a:pt x="3237281" y="0"/>
                </a:cubicBezTo>
                <a:cubicBezTo>
                  <a:pt x="3399364" y="14809"/>
                  <a:pt x="3745084" y="-4992"/>
                  <a:pt x="3931920" y="0"/>
                </a:cubicBezTo>
                <a:cubicBezTo>
                  <a:pt x="3930963" y="8431"/>
                  <a:pt x="3931571" y="14612"/>
                  <a:pt x="3931920" y="27432"/>
                </a:cubicBezTo>
                <a:cubicBezTo>
                  <a:pt x="3765435" y="40792"/>
                  <a:pt x="3452398" y="38703"/>
                  <a:pt x="3276600" y="27432"/>
                </a:cubicBezTo>
                <a:cubicBezTo>
                  <a:pt x="3100802" y="16161"/>
                  <a:pt x="2914889" y="26998"/>
                  <a:pt x="2739238" y="27432"/>
                </a:cubicBezTo>
                <a:cubicBezTo>
                  <a:pt x="2563587" y="27866"/>
                  <a:pt x="2395484" y="39154"/>
                  <a:pt x="2201875" y="27432"/>
                </a:cubicBezTo>
                <a:cubicBezTo>
                  <a:pt x="2008266" y="15710"/>
                  <a:pt x="1781367" y="4899"/>
                  <a:pt x="1507236" y="27432"/>
                </a:cubicBezTo>
                <a:cubicBezTo>
                  <a:pt x="1233105" y="49965"/>
                  <a:pt x="1075495" y="47542"/>
                  <a:pt x="930554" y="27432"/>
                </a:cubicBezTo>
                <a:cubicBezTo>
                  <a:pt x="785613" y="7322"/>
                  <a:pt x="268930" y="30433"/>
                  <a:pt x="0" y="27432"/>
                </a:cubicBezTo>
                <a:cubicBezTo>
                  <a:pt x="226" y="18208"/>
                  <a:pt x="-648" y="12891"/>
                  <a:pt x="0" y="0"/>
                </a:cubicBezTo>
                <a:close/>
              </a:path>
              <a:path w="3931920" h="27432" stroke="0" extrusionOk="0">
                <a:moveTo>
                  <a:pt x="0" y="0"/>
                </a:moveTo>
                <a:cubicBezTo>
                  <a:pt x="278269" y="4786"/>
                  <a:pt x="349028" y="-10422"/>
                  <a:pt x="616001" y="0"/>
                </a:cubicBezTo>
                <a:cubicBezTo>
                  <a:pt x="882974" y="10422"/>
                  <a:pt x="931617" y="-15515"/>
                  <a:pt x="1153363" y="0"/>
                </a:cubicBezTo>
                <a:cubicBezTo>
                  <a:pt x="1375109" y="15515"/>
                  <a:pt x="1704089" y="-3631"/>
                  <a:pt x="1887322" y="0"/>
                </a:cubicBezTo>
                <a:cubicBezTo>
                  <a:pt x="2070555" y="3631"/>
                  <a:pt x="2344155" y="2213"/>
                  <a:pt x="2503322" y="0"/>
                </a:cubicBezTo>
                <a:cubicBezTo>
                  <a:pt x="2662489" y="-2213"/>
                  <a:pt x="2976859" y="26691"/>
                  <a:pt x="3119323" y="0"/>
                </a:cubicBezTo>
                <a:cubicBezTo>
                  <a:pt x="3261787" y="-26691"/>
                  <a:pt x="3588171" y="-28651"/>
                  <a:pt x="3931920" y="0"/>
                </a:cubicBezTo>
                <a:cubicBezTo>
                  <a:pt x="3930565" y="9524"/>
                  <a:pt x="3930718" y="13975"/>
                  <a:pt x="3931920" y="27432"/>
                </a:cubicBezTo>
                <a:cubicBezTo>
                  <a:pt x="3664329" y="4021"/>
                  <a:pt x="3437686" y="14511"/>
                  <a:pt x="3276600" y="27432"/>
                </a:cubicBezTo>
                <a:cubicBezTo>
                  <a:pt x="3115514" y="40353"/>
                  <a:pt x="2913592" y="48967"/>
                  <a:pt x="2739238" y="27432"/>
                </a:cubicBezTo>
                <a:cubicBezTo>
                  <a:pt x="2564884" y="5897"/>
                  <a:pt x="2294049" y="39820"/>
                  <a:pt x="2083918" y="27432"/>
                </a:cubicBezTo>
                <a:cubicBezTo>
                  <a:pt x="1873787" y="15044"/>
                  <a:pt x="1718903" y="21388"/>
                  <a:pt x="1428598" y="27432"/>
                </a:cubicBezTo>
                <a:cubicBezTo>
                  <a:pt x="1138293" y="33476"/>
                  <a:pt x="952209" y="50441"/>
                  <a:pt x="812597" y="27432"/>
                </a:cubicBezTo>
                <a:cubicBezTo>
                  <a:pt x="672985" y="4423"/>
                  <a:pt x="305800" y="28240"/>
                  <a:pt x="0" y="27432"/>
                </a:cubicBezTo>
                <a:cubicBezTo>
                  <a:pt x="-800" y="16780"/>
                  <a:pt x="-583" y="12910"/>
                  <a:pt x="0" y="0"/>
                </a:cubicBezTo>
                <a:close/>
              </a:path>
            </a:pathLst>
          </a:custGeom>
          <a:solidFill>
            <a:srgbClr val="F4AD39"/>
          </a:solidFill>
          <a:ln w="38100" cap="rnd">
            <a:solidFill>
              <a:srgbClr val="F4AD39"/>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FA24139-C5D8-0F56-E80A-87170A4748DC}"/>
              </a:ext>
            </a:extLst>
          </p:cNvPr>
          <p:cNvSpPr>
            <a:spLocks noGrp="1"/>
          </p:cNvSpPr>
          <p:nvPr>
            <p:ph idx="1"/>
          </p:nvPr>
        </p:nvSpPr>
        <p:spPr>
          <a:xfrm>
            <a:off x="419726" y="2872899"/>
            <a:ext cx="4751882" cy="3320668"/>
          </a:xfrm>
        </p:spPr>
        <p:txBody>
          <a:bodyPr>
            <a:noAutofit/>
          </a:bodyPr>
          <a:lstStyle/>
          <a:p>
            <a:pPr>
              <a:lnSpc>
                <a:spcPct val="100000"/>
              </a:lnSpc>
            </a:pPr>
            <a:r>
              <a:rPr lang="es-MX" sz="2600" b="1" dirty="0"/>
              <a:t>El capital designa los fondos a largo plazo de una empresa.</a:t>
            </a:r>
            <a:endParaRPr lang="es-ES" sz="2600" b="1" dirty="0"/>
          </a:p>
          <a:p>
            <a:pPr>
              <a:lnSpc>
                <a:spcPct val="100000"/>
              </a:lnSpc>
            </a:pPr>
            <a:r>
              <a:rPr lang="es-MX" sz="2600" b="1" dirty="0"/>
              <a:t>El capital de deuda incluye todos los préstamos a largo plazo en los que incurre una empresa, incluyendo los bonos </a:t>
            </a:r>
            <a:endParaRPr lang="es-ES" sz="2600" b="1" dirty="0"/>
          </a:p>
          <a:p>
            <a:pPr>
              <a:lnSpc>
                <a:spcPct val="100000"/>
              </a:lnSpc>
            </a:pPr>
            <a:r>
              <a:rPr lang="es-MX" sz="2600" b="1" dirty="0"/>
              <a:t>El capital propio consiste en los fondos a largo plazo que proporcionan los propietarios de la empresa, es decir, los accionistas</a:t>
            </a:r>
            <a:endParaRPr lang="es-GT" sz="2600" b="1" dirty="0"/>
          </a:p>
        </p:txBody>
      </p:sp>
      <p:pic>
        <p:nvPicPr>
          <p:cNvPr id="5" name="Picture 4" descr="Números de cotización bursátil en una pantalla digital">
            <a:extLst>
              <a:ext uri="{FF2B5EF4-FFF2-40B4-BE49-F238E27FC236}">
                <a16:creationId xmlns:a16="http://schemas.microsoft.com/office/drawing/2014/main" id="{A984044B-2807-C929-2443-386C804E9F7E}"/>
              </a:ext>
            </a:extLst>
          </p:cNvPr>
          <p:cNvPicPr>
            <a:picLocks noChangeAspect="1"/>
          </p:cNvPicPr>
          <p:nvPr/>
        </p:nvPicPr>
        <p:blipFill rotWithShape="1">
          <a:blip r:embed="rId2"/>
          <a:srcRect l="32562" r="9010"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817118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7D098E-803F-032F-C0A0-6949650692B8}"/>
              </a:ext>
            </a:extLst>
          </p:cNvPr>
          <p:cNvSpPr>
            <a:spLocks noGrp="1"/>
          </p:cNvSpPr>
          <p:nvPr>
            <p:ph type="title"/>
          </p:nvPr>
        </p:nvSpPr>
        <p:spPr/>
        <p:txBody>
          <a:bodyPr>
            <a:normAutofit fontScale="90000"/>
          </a:bodyPr>
          <a:lstStyle/>
          <a:p>
            <a:r>
              <a:rPr lang="es-ES" dirty="0"/>
              <a:t>Diferencias clave entre el capital de deuda y el capital propio</a:t>
            </a:r>
            <a:endParaRPr lang="es-GT" dirty="0"/>
          </a:p>
        </p:txBody>
      </p:sp>
      <p:graphicFrame>
        <p:nvGraphicFramePr>
          <p:cNvPr id="4" name="Marcador de contenido 3">
            <a:extLst>
              <a:ext uri="{FF2B5EF4-FFF2-40B4-BE49-F238E27FC236}">
                <a16:creationId xmlns:a16="http://schemas.microsoft.com/office/drawing/2014/main" id="{27052A87-AD66-FB51-70B7-429A6BB5B4C3}"/>
              </a:ext>
            </a:extLst>
          </p:cNvPr>
          <p:cNvGraphicFramePr>
            <a:graphicFrameLocks noGrp="1"/>
          </p:cNvGraphicFramePr>
          <p:nvPr>
            <p:ph idx="1"/>
            <p:extLst>
              <p:ext uri="{D42A27DB-BD31-4B8C-83A1-F6EECF244321}">
                <p14:modId xmlns:p14="http://schemas.microsoft.com/office/powerpoint/2010/main" val="3539382259"/>
              </p:ext>
            </p:extLst>
          </p:nvPr>
        </p:nvGraphicFramePr>
        <p:xfrm>
          <a:off x="838200" y="1928813"/>
          <a:ext cx="10515597" cy="3931920"/>
        </p:xfrm>
        <a:graphic>
          <a:graphicData uri="http://schemas.openxmlformats.org/drawingml/2006/table">
            <a:tbl>
              <a:tblPr firstRow="1" bandRow="1">
                <a:tableStyleId>{21E4AEA4-8DFA-4A89-87EB-49C32662AFE0}</a:tableStyleId>
              </a:tblPr>
              <a:tblGrid>
                <a:gridCol w="3505199">
                  <a:extLst>
                    <a:ext uri="{9D8B030D-6E8A-4147-A177-3AD203B41FA5}">
                      <a16:colId xmlns:a16="http://schemas.microsoft.com/office/drawing/2014/main" val="3871855125"/>
                    </a:ext>
                  </a:extLst>
                </a:gridCol>
                <a:gridCol w="3505199">
                  <a:extLst>
                    <a:ext uri="{9D8B030D-6E8A-4147-A177-3AD203B41FA5}">
                      <a16:colId xmlns:a16="http://schemas.microsoft.com/office/drawing/2014/main" val="4026341484"/>
                    </a:ext>
                  </a:extLst>
                </a:gridCol>
                <a:gridCol w="3505199">
                  <a:extLst>
                    <a:ext uri="{9D8B030D-6E8A-4147-A177-3AD203B41FA5}">
                      <a16:colId xmlns:a16="http://schemas.microsoft.com/office/drawing/2014/main" val="3908587459"/>
                    </a:ext>
                  </a:extLst>
                </a:gridCol>
              </a:tblGrid>
              <a:tr h="370840">
                <a:tc>
                  <a:txBody>
                    <a:bodyPr/>
                    <a:lstStyle/>
                    <a:p>
                      <a:pPr algn="ctr"/>
                      <a:r>
                        <a:rPr lang="es-ES" sz="3800" b="1" dirty="0"/>
                        <a:t>Características</a:t>
                      </a:r>
                      <a:endParaRPr lang="es-GT" sz="3800" b="1" dirty="0"/>
                    </a:p>
                  </a:txBody>
                  <a:tcPr/>
                </a:tc>
                <a:tc>
                  <a:txBody>
                    <a:bodyPr/>
                    <a:lstStyle/>
                    <a:p>
                      <a:pPr algn="ctr"/>
                      <a:r>
                        <a:rPr lang="es-ES" sz="3800" b="1" dirty="0"/>
                        <a:t>Deuda</a:t>
                      </a:r>
                      <a:endParaRPr lang="es-GT" sz="3800" b="1" dirty="0"/>
                    </a:p>
                  </a:txBody>
                  <a:tcPr/>
                </a:tc>
                <a:tc>
                  <a:txBody>
                    <a:bodyPr/>
                    <a:lstStyle/>
                    <a:p>
                      <a:pPr algn="ctr"/>
                      <a:r>
                        <a:rPr lang="es-ES" sz="3800" b="1" dirty="0"/>
                        <a:t>Capital propio</a:t>
                      </a:r>
                      <a:endParaRPr lang="es-GT" sz="3800" b="1" dirty="0"/>
                    </a:p>
                  </a:txBody>
                  <a:tcPr/>
                </a:tc>
                <a:extLst>
                  <a:ext uri="{0D108BD9-81ED-4DB2-BD59-A6C34878D82A}">
                    <a16:rowId xmlns:a16="http://schemas.microsoft.com/office/drawing/2014/main" val="3840162107"/>
                  </a:ext>
                </a:extLst>
              </a:tr>
              <a:tr h="370840">
                <a:tc>
                  <a:txBody>
                    <a:bodyPr/>
                    <a:lstStyle/>
                    <a:p>
                      <a:r>
                        <a:rPr lang="es-ES" sz="3800" b="1" dirty="0"/>
                        <a:t>Voz en la administración</a:t>
                      </a:r>
                      <a:endParaRPr lang="es-GT" sz="3800" b="1" dirty="0"/>
                    </a:p>
                  </a:txBody>
                  <a:tcPr/>
                </a:tc>
                <a:tc>
                  <a:txBody>
                    <a:bodyPr/>
                    <a:lstStyle/>
                    <a:p>
                      <a:r>
                        <a:rPr lang="es-ES" sz="3800" b="1" dirty="0"/>
                        <a:t>No</a:t>
                      </a:r>
                      <a:endParaRPr lang="es-GT" sz="3800" b="1" dirty="0"/>
                    </a:p>
                  </a:txBody>
                  <a:tcPr/>
                </a:tc>
                <a:tc>
                  <a:txBody>
                    <a:bodyPr/>
                    <a:lstStyle/>
                    <a:p>
                      <a:r>
                        <a:rPr lang="es-ES" sz="3800" b="1" dirty="0"/>
                        <a:t>Sí</a:t>
                      </a:r>
                      <a:endParaRPr lang="es-GT" sz="3800" b="1" dirty="0"/>
                    </a:p>
                  </a:txBody>
                  <a:tcPr/>
                </a:tc>
                <a:extLst>
                  <a:ext uri="{0D108BD9-81ED-4DB2-BD59-A6C34878D82A}">
                    <a16:rowId xmlns:a16="http://schemas.microsoft.com/office/drawing/2014/main" val="3610142158"/>
                  </a:ext>
                </a:extLst>
              </a:tr>
              <a:tr h="370840">
                <a:tc>
                  <a:txBody>
                    <a:bodyPr/>
                    <a:lstStyle/>
                    <a:p>
                      <a:r>
                        <a:rPr lang="es-ES" sz="3800" b="1" dirty="0"/>
                        <a:t>Derechos sobre los ingresos y activos</a:t>
                      </a:r>
                      <a:endParaRPr lang="es-GT" sz="3800" b="1" dirty="0"/>
                    </a:p>
                  </a:txBody>
                  <a:tcPr/>
                </a:tc>
                <a:tc>
                  <a:txBody>
                    <a:bodyPr/>
                    <a:lstStyle/>
                    <a:p>
                      <a:r>
                        <a:rPr lang="es-ES" sz="3800" b="1" dirty="0"/>
                        <a:t>Prioridad sobre el capital propio</a:t>
                      </a:r>
                      <a:endParaRPr lang="es-GT" sz="3800" b="1" dirty="0"/>
                    </a:p>
                  </a:txBody>
                  <a:tcPr/>
                </a:tc>
                <a:tc>
                  <a:txBody>
                    <a:bodyPr/>
                    <a:lstStyle/>
                    <a:p>
                      <a:r>
                        <a:rPr lang="es-ES" sz="3800" b="1" dirty="0"/>
                        <a:t>Subordinados a la deuda</a:t>
                      </a:r>
                      <a:endParaRPr lang="es-GT" sz="3800" b="1" dirty="0"/>
                    </a:p>
                  </a:txBody>
                  <a:tcPr/>
                </a:tc>
                <a:extLst>
                  <a:ext uri="{0D108BD9-81ED-4DB2-BD59-A6C34878D82A}">
                    <a16:rowId xmlns:a16="http://schemas.microsoft.com/office/drawing/2014/main" val="1586813872"/>
                  </a:ext>
                </a:extLst>
              </a:tr>
              <a:tr h="370840">
                <a:tc>
                  <a:txBody>
                    <a:bodyPr/>
                    <a:lstStyle/>
                    <a:p>
                      <a:r>
                        <a:rPr lang="es-ES" sz="3800" b="1" dirty="0"/>
                        <a:t>Vencimiento </a:t>
                      </a:r>
                      <a:endParaRPr lang="es-GT" sz="3800" b="1" dirty="0"/>
                    </a:p>
                  </a:txBody>
                  <a:tcPr/>
                </a:tc>
                <a:tc>
                  <a:txBody>
                    <a:bodyPr/>
                    <a:lstStyle/>
                    <a:p>
                      <a:r>
                        <a:rPr lang="es-ES" sz="3800" b="1" dirty="0"/>
                        <a:t>Establecido</a:t>
                      </a:r>
                      <a:endParaRPr lang="es-GT" sz="3800" b="1" dirty="0"/>
                    </a:p>
                  </a:txBody>
                  <a:tcPr/>
                </a:tc>
                <a:tc>
                  <a:txBody>
                    <a:bodyPr/>
                    <a:lstStyle/>
                    <a:p>
                      <a:r>
                        <a:rPr lang="es-ES" sz="3800" b="1" dirty="0"/>
                        <a:t>Ninguno</a:t>
                      </a:r>
                      <a:endParaRPr lang="es-GT" sz="3800" b="1" dirty="0"/>
                    </a:p>
                  </a:txBody>
                  <a:tcPr/>
                </a:tc>
                <a:extLst>
                  <a:ext uri="{0D108BD9-81ED-4DB2-BD59-A6C34878D82A}">
                    <a16:rowId xmlns:a16="http://schemas.microsoft.com/office/drawing/2014/main" val="2252444960"/>
                  </a:ext>
                </a:extLst>
              </a:tr>
              <a:tr h="370840">
                <a:tc>
                  <a:txBody>
                    <a:bodyPr/>
                    <a:lstStyle/>
                    <a:p>
                      <a:r>
                        <a:rPr lang="es-ES" sz="3800" b="1" dirty="0"/>
                        <a:t>Tratamiento fiscal</a:t>
                      </a:r>
                      <a:endParaRPr lang="es-GT" sz="3800" b="1" dirty="0"/>
                    </a:p>
                  </a:txBody>
                  <a:tcPr/>
                </a:tc>
                <a:tc>
                  <a:txBody>
                    <a:bodyPr/>
                    <a:lstStyle/>
                    <a:p>
                      <a:r>
                        <a:rPr lang="es-ES" sz="3800" b="1" dirty="0"/>
                        <a:t>Deducción de intereses</a:t>
                      </a:r>
                      <a:endParaRPr lang="es-GT" sz="3800" b="1" dirty="0"/>
                    </a:p>
                  </a:txBody>
                  <a:tcPr/>
                </a:tc>
                <a:tc>
                  <a:txBody>
                    <a:bodyPr/>
                    <a:lstStyle/>
                    <a:p>
                      <a:r>
                        <a:rPr lang="es-ES" sz="3800" b="1" dirty="0"/>
                        <a:t>Ninguna deducción</a:t>
                      </a:r>
                      <a:endParaRPr lang="es-GT" sz="3800" b="1" dirty="0"/>
                    </a:p>
                  </a:txBody>
                  <a:tcPr/>
                </a:tc>
                <a:extLst>
                  <a:ext uri="{0D108BD9-81ED-4DB2-BD59-A6C34878D82A}">
                    <a16:rowId xmlns:a16="http://schemas.microsoft.com/office/drawing/2014/main" val="35633370"/>
                  </a:ext>
                </a:extLst>
              </a:tr>
            </a:tbl>
          </a:graphicData>
        </a:graphic>
      </p:graphicFrame>
    </p:spTree>
    <p:extLst>
      <p:ext uri="{BB962C8B-B14F-4D97-AF65-F5344CB8AC3E}">
        <p14:creationId xmlns:p14="http://schemas.microsoft.com/office/powerpoint/2010/main" val="246158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ómo funciona la BOLSA DE VALORES - Explicado para principiantes!">
            <a:hlinkClick r:id="" action="ppaction://media"/>
            <a:extLst>
              <a:ext uri="{FF2B5EF4-FFF2-40B4-BE49-F238E27FC236}">
                <a16:creationId xmlns:a16="http://schemas.microsoft.com/office/drawing/2014/main" id="{0BDA2DB6-771E-3E79-1C13-FC75789A4D29}"/>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2314575" y="1928813"/>
            <a:ext cx="7561263" cy="4252912"/>
          </a:xfrm>
        </p:spPr>
      </p:pic>
    </p:spTree>
    <p:extLst>
      <p:ext uri="{BB962C8B-B14F-4D97-AF65-F5344CB8AC3E}">
        <p14:creationId xmlns:p14="http://schemas.microsoft.com/office/powerpoint/2010/main" val="2509348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1650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72DE4C0-EE12-4CAC-98CF-A89349319A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29CF03F-5E6E-4B23-89A5-81548BA4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rgbClr val="86E9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A077760-8959-A3B0-3C72-31E52EE25BA7}"/>
              </a:ext>
            </a:extLst>
          </p:cNvPr>
          <p:cNvSpPr>
            <a:spLocks noGrp="1"/>
          </p:cNvSpPr>
          <p:nvPr>
            <p:ph type="title"/>
          </p:nvPr>
        </p:nvSpPr>
        <p:spPr>
          <a:xfrm>
            <a:off x="4654296" y="329184"/>
            <a:ext cx="6894576" cy="1783080"/>
          </a:xfrm>
        </p:spPr>
        <p:txBody>
          <a:bodyPr anchor="b">
            <a:normAutofit/>
          </a:bodyPr>
          <a:lstStyle/>
          <a:p>
            <a:pPr>
              <a:lnSpc>
                <a:spcPct val="90000"/>
              </a:lnSpc>
            </a:pPr>
            <a:r>
              <a:rPr lang="es-MX" sz="5600"/>
              <a:t>Acciones comunes y preferentes</a:t>
            </a:r>
            <a:endParaRPr lang="es-GT" sz="5600"/>
          </a:p>
        </p:txBody>
      </p:sp>
      <p:sp>
        <p:nvSpPr>
          <p:cNvPr id="13"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6CBE092-F7DE-F88D-CBE6-194C1743E19E}"/>
              </a:ext>
            </a:extLst>
          </p:cNvPr>
          <p:cNvSpPr>
            <a:spLocks noGrp="1"/>
          </p:cNvSpPr>
          <p:nvPr>
            <p:ph idx="1"/>
          </p:nvPr>
        </p:nvSpPr>
        <p:spPr>
          <a:xfrm>
            <a:off x="4227226" y="2468880"/>
            <a:ext cx="7809876" cy="4059936"/>
          </a:xfrm>
        </p:spPr>
        <p:txBody>
          <a:bodyPr>
            <a:noAutofit/>
          </a:bodyPr>
          <a:lstStyle/>
          <a:p>
            <a:pPr marL="0" indent="0" algn="just">
              <a:buNone/>
            </a:pPr>
            <a:r>
              <a:rPr lang="es-MX" sz="4800" b="1" dirty="0"/>
              <a:t>Aunque las acciones comunes y preferentes son una forma de capital propio, las acciones preferentes tienen algunas similitudes con el capital de deuda que las distinguen significativamente de las acciones comunes.</a:t>
            </a:r>
            <a:endParaRPr lang="es-GT" sz="4800" b="1" dirty="0"/>
          </a:p>
        </p:txBody>
      </p:sp>
      <p:pic>
        <p:nvPicPr>
          <p:cNvPr id="5" name="Picture 4" descr="Gráficos y números de varios colores">
            <a:extLst>
              <a:ext uri="{FF2B5EF4-FFF2-40B4-BE49-F238E27FC236}">
                <a16:creationId xmlns:a16="http://schemas.microsoft.com/office/drawing/2014/main" id="{ECA7D94E-CA69-08BE-47E1-9E6ADA814ED8}"/>
              </a:ext>
            </a:extLst>
          </p:cNvPr>
          <p:cNvPicPr>
            <a:picLocks noChangeAspect="1"/>
          </p:cNvPicPr>
          <p:nvPr/>
        </p:nvPicPr>
        <p:blipFill rotWithShape="1">
          <a:blip r:embed="rId2"/>
          <a:srcRect l="20535" r="40010" b="-1"/>
          <a:stretch/>
        </p:blipFill>
        <p:spPr>
          <a:xfrm>
            <a:off x="20" y="10"/>
            <a:ext cx="4053550" cy="6857989"/>
          </a:xfrm>
          <a:custGeom>
            <a:avLst/>
            <a:gdLst/>
            <a:ahLst/>
            <a:cxnLst/>
            <a:rect l="l" t="t" r="r" b="b"/>
            <a:pathLst>
              <a:path w="4053570" h="6857999">
                <a:moveTo>
                  <a:pt x="0" y="0"/>
                </a:moveTo>
                <a:lnTo>
                  <a:pt x="4022851" y="0"/>
                </a:lnTo>
                <a:lnTo>
                  <a:pt x="4023684" y="7069"/>
                </a:lnTo>
                <a:cubicBezTo>
                  <a:pt x="4038634" y="90834"/>
                  <a:pt x="4036100" y="175741"/>
                  <a:pt x="4040154" y="260014"/>
                </a:cubicBezTo>
                <a:cubicBezTo>
                  <a:pt x="4044969" y="363071"/>
                  <a:pt x="4038888" y="466508"/>
                  <a:pt x="4036607" y="569818"/>
                </a:cubicBezTo>
                <a:cubicBezTo>
                  <a:pt x="4034833" y="657771"/>
                  <a:pt x="4026091" y="745598"/>
                  <a:pt x="4028752" y="833678"/>
                </a:cubicBezTo>
                <a:cubicBezTo>
                  <a:pt x="4028942" y="836724"/>
                  <a:pt x="4028942" y="839770"/>
                  <a:pt x="4028752" y="842816"/>
                </a:cubicBezTo>
                <a:cubicBezTo>
                  <a:pt x="4020643" y="939653"/>
                  <a:pt x="4020643" y="1036998"/>
                  <a:pt x="4028752" y="1133836"/>
                </a:cubicBezTo>
                <a:cubicBezTo>
                  <a:pt x="4031324" y="1174144"/>
                  <a:pt x="4030602" y="1214593"/>
                  <a:pt x="4026598" y="1254787"/>
                </a:cubicBezTo>
                <a:cubicBezTo>
                  <a:pt x="4022797" y="1305935"/>
                  <a:pt x="4010634" y="1357844"/>
                  <a:pt x="4019376" y="1408610"/>
                </a:cubicBezTo>
                <a:cubicBezTo>
                  <a:pt x="4025065" y="1450430"/>
                  <a:pt x="4028194" y="1492566"/>
                  <a:pt x="4028752" y="1534766"/>
                </a:cubicBezTo>
                <a:cubicBezTo>
                  <a:pt x="4033186" y="1629192"/>
                  <a:pt x="4029005" y="1724125"/>
                  <a:pt x="4027358" y="1818805"/>
                </a:cubicBezTo>
                <a:cubicBezTo>
                  <a:pt x="4025584" y="1929096"/>
                  <a:pt x="4028372" y="2039387"/>
                  <a:pt x="4019503" y="2149804"/>
                </a:cubicBezTo>
                <a:cubicBezTo>
                  <a:pt x="4014625" y="2239001"/>
                  <a:pt x="4014625" y="2328401"/>
                  <a:pt x="4019503" y="2417598"/>
                </a:cubicBezTo>
                <a:cubicBezTo>
                  <a:pt x="4021910" y="2499333"/>
                  <a:pt x="4034200" y="2580306"/>
                  <a:pt x="4032173" y="2662929"/>
                </a:cubicBezTo>
                <a:cubicBezTo>
                  <a:pt x="4029765" y="2759258"/>
                  <a:pt x="4018363" y="2855334"/>
                  <a:pt x="4021910" y="2951918"/>
                </a:cubicBezTo>
                <a:cubicBezTo>
                  <a:pt x="4023557" y="2997989"/>
                  <a:pt x="4023684" y="3044060"/>
                  <a:pt x="4024571" y="3090130"/>
                </a:cubicBezTo>
                <a:cubicBezTo>
                  <a:pt x="4025711" y="3145593"/>
                  <a:pt x="4035720" y="3200928"/>
                  <a:pt x="4030145" y="3256264"/>
                </a:cubicBezTo>
                <a:cubicBezTo>
                  <a:pt x="4020897" y="3348533"/>
                  <a:pt x="3996951" y="3439278"/>
                  <a:pt x="4011901" y="3533831"/>
                </a:cubicBezTo>
                <a:cubicBezTo>
                  <a:pt x="4020136" y="3585867"/>
                  <a:pt x="4029385" y="3638030"/>
                  <a:pt x="4034200" y="3690573"/>
                </a:cubicBezTo>
                <a:cubicBezTo>
                  <a:pt x="4038381" y="3737532"/>
                  <a:pt x="4048896" y="3785253"/>
                  <a:pt x="4040914" y="3831958"/>
                </a:cubicBezTo>
                <a:cubicBezTo>
                  <a:pt x="4034073" y="3871937"/>
                  <a:pt x="4037620" y="3911916"/>
                  <a:pt x="4032299" y="3951895"/>
                </a:cubicBezTo>
                <a:cubicBezTo>
                  <a:pt x="4025331" y="4004311"/>
                  <a:pt x="4021657" y="4057616"/>
                  <a:pt x="4016336" y="4110414"/>
                </a:cubicBezTo>
                <a:cubicBezTo>
                  <a:pt x="4011648" y="4158261"/>
                  <a:pt x="4007974" y="4205982"/>
                  <a:pt x="4020643" y="4250911"/>
                </a:cubicBezTo>
                <a:cubicBezTo>
                  <a:pt x="4051684" y="4363994"/>
                  <a:pt x="4034707" y="4476442"/>
                  <a:pt x="4023051" y="4588763"/>
                </a:cubicBezTo>
                <a:cubicBezTo>
                  <a:pt x="4017349" y="4643337"/>
                  <a:pt x="4008987" y="4701084"/>
                  <a:pt x="4021657" y="4751090"/>
                </a:cubicBezTo>
                <a:cubicBezTo>
                  <a:pt x="4044969" y="4839804"/>
                  <a:pt x="4026725" y="4924077"/>
                  <a:pt x="4016589" y="5009238"/>
                </a:cubicBezTo>
                <a:cubicBezTo>
                  <a:pt x="4004363" y="5092546"/>
                  <a:pt x="4006124" y="5177301"/>
                  <a:pt x="4021784" y="5260026"/>
                </a:cubicBezTo>
                <a:cubicBezTo>
                  <a:pt x="4034200" y="5318407"/>
                  <a:pt x="4034200" y="5377804"/>
                  <a:pt x="4035720" y="5436566"/>
                </a:cubicBezTo>
                <a:cubicBezTo>
                  <a:pt x="4036607" y="5473373"/>
                  <a:pt x="4023051" y="5510813"/>
                  <a:pt x="4014055" y="5547492"/>
                </a:cubicBezTo>
                <a:cubicBezTo>
                  <a:pt x="3997965" y="5613743"/>
                  <a:pt x="3992137" y="5681008"/>
                  <a:pt x="4014055" y="5745609"/>
                </a:cubicBezTo>
                <a:cubicBezTo>
                  <a:pt x="4044589" y="5835085"/>
                  <a:pt x="4062073" y="5924561"/>
                  <a:pt x="4049403" y="6019242"/>
                </a:cubicBezTo>
                <a:cubicBezTo>
                  <a:pt x="4042055" y="6077623"/>
                  <a:pt x="4040408" y="6137274"/>
                  <a:pt x="4029385" y="6194894"/>
                </a:cubicBezTo>
                <a:cubicBezTo>
                  <a:pt x="4011268" y="6290463"/>
                  <a:pt x="4017729" y="6385396"/>
                  <a:pt x="4032173" y="6479568"/>
                </a:cubicBezTo>
                <a:cubicBezTo>
                  <a:pt x="4042321" y="6558257"/>
                  <a:pt x="4043423" y="6637846"/>
                  <a:pt x="4035467" y="6716775"/>
                </a:cubicBezTo>
                <a:lnTo>
                  <a:pt x="4025707" y="6857999"/>
                </a:lnTo>
                <a:lnTo>
                  <a:pt x="0" y="6857999"/>
                </a:lnTo>
                <a:close/>
              </a:path>
            </a:pathLst>
          </a:custGeom>
        </p:spPr>
      </p:pic>
    </p:spTree>
    <p:extLst>
      <p:ext uri="{BB962C8B-B14F-4D97-AF65-F5344CB8AC3E}">
        <p14:creationId xmlns:p14="http://schemas.microsoft.com/office/powerpoint/2010/main" val="514910225"/>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0D6C25-53AD-E683-4939-8345C84EA113}"/>
              </a:ext>
            </a:extLst>
          </p:cNvPr>
          <p:cNvSpPr>
            <a:spLocks noGrp="1"/>
          </p:cNvSpPr>
          <p:nvPr>
            <p:ph type="title"/>
          </p:nvPr>
        </p:nvSpPr>
        <p:spPr/>
        <p:txBody>
          <a:bodyPr/>
          <a:lstStyle/>
          <a:p>
            <a:r>
              <a:rPr lang="es-MX" dirty="0"/>
              <a:t>Acciones comunes</a:t>
            </a:r>
            <a:endParaRPr lang="es-GT" dirty="0"/>
          </a:p>
        </p:txBody>
      </p:sp>
      <p:sp>
        <p:nvSpPr>
          <p:cNvPr id="3" name="Marcador de contenido 2">
            <a:extLst>
              <a:ext uri="{FF2B5EF4-FFF2-40B4-BE49-F238E27FC236}">
                <a16:creationId xmlns:a16="http://schemas.microsoft.com/office/drawing/2014/main" id="{30D509A5-EF04-F791-4444-FDB6F799642A}"/>
              </a:ext>
            </a:extLst>
          </p:cNvPr>
          <p:cNvSpPr>
            <a:spLocks noGrp="1"/>
          </p:cNvSpPr>
          <p:nvPr>
            <p:ph idx="1"/>
          </p:nvPr>
        </p:nvSpPr>
        <p:spPr/>
        <p:txBody>
          <a:bodyPr>
            <a:normAutofit/>
          </a:bodyPr>
          <a:lstStyle/>
          <a:p>
            <a:pPr marL="0" indent="0" algn="just">
              <a:buNone/>
            </a:pPr>
            <a:r>
              <a:rPr lang="es-MX" sz="4000" b="1" dirty="0"/>
              <a:t>Los verdaderos propietarios de las empresas de negocios son los accionistas comunes. Se conocen en ocasiones como propietarios residuales porque reciben lo que queda, el residuo, después de haber satisfecho todos los demás derechos de los ingresos y activos de la empresa. Sólo tienen seguridad de algo: No pueden perder más de lo que invirtieron en la empresa. Esperan ser compensados con dividendos adecuados y, finalmente, con ganancias de capital.</a:t>
            </a:r>
            <a:endParaRPr lang="es-GT" sz="4000" b="1" dirty="0"/>
          </a:p>
        </p:txBody>
      </p:sp>
    </p:spTree>
    <p:extLst>
      <p:ext uri="{BB962C8B-B14F-4D97-AF65-F5344CB8AC3E}">
        <p14:creationId xmlns:p14="http://schemas.microsoft.com/office/powerpoint/2010/main" val="1891090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C1E15A-98ED-F9EA-8EEA-A95C86CD651B}"/>
              </a:ext>
            </a:extLst>
          </p:cNvPr>
          <p:cNvSpPr>
            <a:spLocks noGrp="1"/>
          </p:cNvSpPr>
          <p:nvPr>
            <p:ph type="title"/>
          </p:nvPr>
        </p:nvSpPr>
        <p:spPr/>
        <p:txBody>
          <a:bodyPr/>
          <a:lstStyle/>
          <a:p>
            <a:r>
              <a:rPr lang="es-ES" dirty="0"/>
              <a:t>Acciones Comunes</a:t>
            </a:r>
            <a:endParaRPr lang="es-GT" dirty="0"/>
          </a:p>
        </p:txBody>
      </p:sp>
      <p:sp>
        <p:nvSpPr>
          <p:cNvPr id="3" name="Marcador de contenido 2">
            <a:extLst>
              <a:ext uri="{FF2B5EF4-FFF2-40B4-BE49-F238E27FC236}">
                <a16:creationId xmlns:a16="http://schemas.microsoft.com/office/drawing/2014/main" id="{59B78C87-70AF-030C-AD54-106E200B3685}"/>
              </a:ext>
            </a:extLst>
          </p:cNvPr>
          <p:cNvSpPr>
            <a:spLocks noGrp="1"/>
          </p:cNvSpPr>
          <p:nvPr>
            <p:ph idx="1"/>
          </p:nvPr>
        </p:nvSpPr>
        <p:spPr/>
        <p:txBody>
          <a:bodyPr>
            <a:normAutofit fontScale="92500" lnSpcReduction="10000"/>
          </a:bodyPr>
          <a:lstStyle/>
          <a:p>
            <a:r>
              <a:rPr lang="es-ES" dirty="0"/>
              <a:t>Propiedad (acciones privadas, pocos accionistas – familia o acciones de participación pública)</a:t>
            </a:r>
          </a:p>
          <a:p>
            <a:r>
              <a:rPr lang="es-ES" dirty="0"/>
              <a:t>Valor a la par (poco inoperante para acciones – propósitos legales)</a:t>
            </a:r>
          </a:p>
          <a:p>
            <a:r>
              <a:rPr lang="es-ES" dirty="0"/>
              <a:t>Derechos de preferencia (accionistas comunes mantienen participación proporcional ante nueva emisión acciones) </a:t>
            </a:r>
          </a:p>
          <a:p>
            <a:r>
              <a:rPr lang="es-ES" dirty="0"/>
              <a:t>Autorizadas, en circulación y emitidas (cuántas se pueden emitir, las ya vendidas al público que pueden volver a tesorería y la suma dentro y fuera de la empresa)</a:t>
            </a:r>
          </a:p>
          <a:p>
            <a:r>
              <a:rPr lang="es-ES" dirty="0"/>
              <a:t>Derechos de voto (un voto, voto plural y sin derecho a voto)</a:t>
            </a:r>
          </a:p>
          <a:p>
            <a:r>
              <a:rPr lang="es-ES" dirty="0"/>
              <a:t>Dividendos (efectivo, acciones o mercancía)</a:t>
            </a:r>
          </a:p>
          <a:p>
            <a:r>
              <a:rPr lang="es-ES" dirty="0"/>
              <a:t>Emisiones de acciones internacionales </a:t>
            </a:r>
            <a:endParaRPr lang="es-GT" dirty="0"/>
          </a:p>
        </p:txBody>
      </p:sp>
    </p:spTree>
    <p:extLst>
      <p:ext uri="{BB962C8B-B14F-4D97-AF65-F5344CB8AC3E}">
        <p14:creationId xmlns:p14="http://schemas.microsoft.com/office/powerpoint/2010/main" val="555249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B34812-0433-3ADC-CC1F-E34ADC26E9ED}"/>
              </a:ext>
            </a:extLst>
          </p:cNvPr>
          <p:cNvSpPr>
            <a:spLocks noGrp="1"/>
          </p:cNvSpPr>
          <p:nvPr>
            <p:ph type="title"/>
          </p:nvPr>
        </p:nvSpPr>
        <p:spPr/>
        <p:txBody>
          <a:bodyPr/>
          <a:lstStyle/>
          <a:p>
            <a:r>
              <a:rPr lang="es-ES" dirty="0"/>
              <a:t>Acciones preferentes</a:t>
            </a:r>
            <a:endParaRPr lang="es-GT" dirty="0"/>
          </a:p>
        </p:txBody>
      </p:sp>
      <p:sp>
        <p:nvSpPr>
          <p:cNvPr id="3" name="Marcador de contenido 2">
            <a:extLst>
              <a:ext uri="{FF2B5EF4-FFF2-40B4-BE49-F238E27FC236}">
                <a16:creationId xmlns:a16="http://schemas.microsoft.com/office/drawing/2014/main" id="{B92A6AEA-761A-5302-D2B0-8D1BBE9736F6}"/>
              </a:ext>
            </a:extLst>
          </p:cNvPr>
          <p:cNvSpPr>
            <a:spLocks noGrp="1"/>
          </p:cNvSpPr>
          <p:nvPr>
            <p:ph idx="1"/>
          </p:nvPr>
        </p:nvSpPr>
        <p:spPr/>
        <p:txBody>
          <a:bodyPr>
            <a:normAutofit/>
          </a:bodyPr>
          <a:lstStyle/>
          <a:p>
            <a:pPr marL="0" indent="0" algn="just">
              <a:buNone/>
            </a:pPr>
            <a:r>
              <a:rPr lang="es-MX" sz="3800" b="1" dirty="0"/>
              <a:t>Otorgan </a:t>
            </a:r>
            <a:r>
              <a:rPr lang="es-ES" sz="3800" b="1" dirty="0"/>
              <a:t> a </a:t>
            </a:r>
            <a:r>
              <a:rPr lang="es-MX" sz="3800" b="1" dirty="0"/>
              <a:t>sus tenedores ciertos privilegios que les dan prioridad sobre los accionistas comunes</a:t>
            </a:r>
            <a:r>
              <a:rPr lang="es-ES" sz="3800" b="1" dirty="0"/>
              <a:t>. </a:t>
            </a:r>
            <a:r>
              <a:rPr lang="es-MX" sz="3800" b="1" dirty="0"/>
              <a:t>Promesa de recibir un dividendo periódico fijo</a:t>
            </a:r>
            <a:r>
              <a:rPr lang="es-ES" sz="3800" b="1" dirty="0"/>
              <a:t>. </a:t>
            </a:r>
            <a:r>
              <a:rPr lang="es-MX" sz="3800" b="1" dirty="0"/>
              <a:t>Hoy las acciones preferentes con valor nominal</a:t>
            </a:r>
            <a:r>
              <a:rPr lang="es-ES" sz="3800" b="1" dirty="0"/>
              <a:t> que</a:t>
            </a:r>
            <a:r>
              <a:rPr lang="es-MX" sz="3800" b="1" dirty="0"/>
              <a:t> tienen un valor nominal establecido y su dividendo anual se especifica como un porcentaje de su valor</a:t>
            </a:r>
            <a:r>
              <a:rPr lang="es-ES" sz="3800" b="1" dirty="0"/>
              <a:t>. L</a:t>
            </a:r>
            <a:r>
              <a:rPr lang="es-MX" sz="3800" b="1" dirty="0"/>
              <a:t>as acciones preferentes sin valor nominal no tiene</a:t>
            </a:r>
            <a:r>
              <a:rPr lang="es-ES" sz="3800" b="1" dirty="0"/>
              <a:t>n</a:t>
            </a:r>
            <a:r>
              <a:rPr lang="es-MX" sz="3800" b="1" dirty="0"/>
              <a:t> ningún valor nominal establecido pero su dividendo anual se establece en dólares </a:t>
            </a:r>
            <a:r>
              <a:rPr lang="es-ES" sz="3800" b="1" dirty="0"/>
              <a:t>o</a:t>
            </a:r>
            <a:r>
              <a:rPr lang="es-MX" sz="3800" b="1" dirty="0"/>
              <a:t> moneda de curso legal</a:t>
            </a:r>
            <a:r>
              <a:rPr lang="es-ES" sz="3800" b="1" dirty="0"/>
              <a:t>. </a:t>
            </a:r>
            <a:endParaRPr lang="es-GT" sz="3800" b="1" dirty="0"/>
          </a:p>
        </p:txBody>
      </p:sp>
    </p:spTree>
    <p:extLst>
      <p:ext uri="{BB962C8B-B14F-4D97-AF65-F5344CB8AC3E}">
        <p14:creationId xmlns:p14="http://schemas.microsoft.com/office/powerpoint/2010/main" val="606769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1A9F7B4E-B03D-4F64-BE33-00D074458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ráfico en un documento con un bolígrafo">
            <a:extLst>
              <a:ext uri="{FF2B5EF4-FFF2-40B4-BE49-F238E27FC236}">
                <a16:creationId xmlns:a16="http://schemas.microsoft.com/office/drawing/2014/main" id="{26BF0585-DC34-22D3-529F-89F1A5373AC7}"/>
              </a:ext>
            </a:extLst>
          </p:cNvPr>
          <p:cNvPicPr>
            <a:picLocks noChangeAspect="1"/>
          </p:cNvPicPr>
          <p:nvPr/>
        </p:nvPicPr>
        <p:blipFill rotWithShape="1">
          <a:blip r:embed="rId2">
            <a:alphaModFix amt="40000"/>
          </a:blip>
          <a:srcRect t="1415" b="14315"/>
          <a:stretch/>
        </p:blipFill>
        <p:spPr>
          <a:xfrm>
            <a:off x="20" y="10"/>
            <a:ext cx="12191979" cy="6857990"/>
          </a:xfrm>
          <a:prstGeom prst="rect">
            <a:avLst/>
          </a:prstGeom>
        </p:spPr>
      </p:pic>
      <p:sp>
        <p:nvSpPr>
          <p:cNvPr id="2" name="Título 1">
            <a:extLst>
              <a:ext uri="{FF2B5EF4-FFF2-40B4-BE49-F238E27FC236}">
                <a16:creationId xmlns:a16="http://schemas.microsoft.com/office/drawing/2014/main" id="{5843F4E3-74AF-82B1-1DA1-0386515F54CF}"/>
              </a:ext>
            </a:extLst>
          </p:cNvPr>
          <p:cNvSpPr>
            <a:spLocks noGrp="1"/>
          </p:cNvSpPr>
          <p:nvPr>
            <p:ph type="title"/>
          </p:nvPr>
        </p:nvSpPr>
        <p:spPr>
          <a:xfrm>
            <a:off x="838200" y="365125"/>
            <a:ext cx="10515600" cy="1325563"/>
          </a:xfrm>
        </p:spPr>
        <p:txBody>
          <a:bodyPr>
            <a:normAutofit/>
          </a:bodyPr>
          <a:lstStyle/>
          <a:p>
            <a:r>
              <a:rPr lang="es-ES" sz="7200"/>
              <a:t>Acciones preferentes</a:t>
            </a:r>
            <a:endParaRPr lang="es-GT" sz="7200"/>
          </a:p>
        </p:txBody>
      </p:sp>
      <p:sp>
        <p:nvSpPr>
          <p:cNvPr id="20" name="Rectangle 6">
            <a:extLst>
              <a:ext uri="{FF2B5EF4-FFF2-40B4-BE49-F238E27FC236}">
                <a16:creationId xmlns:a16="http://schemas.microsoft.com/office/drawing/2014/main" id="{1CA8A97F-67F0-4D5F-A850-0C30727D1C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578" y="1802192"/>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B8557F0-6424-045F-2CEC-5E961E7F4B86}"/>
              </a:ext>
            </a:extLst>
          </p:cNvPr>
          <p:cNvSpPr>
            <a:spLocks noGrp="1"/>
          </p:cNvSpPr>
          <p:nvPr>
            <p:ph idx="1"/>
          </p:nvPr>
        </p:nvSpPr>
        <p:spPr>
          <a:xfrm>
            <a:off x="838200" y="2004446"/>
            <a:ext cx="10515600" cy="4176897"/>
          </a:xfrm>
        </p:spPr>
        <p:txBody>
          <a:bodyPr>
            <a:normAutofit/>
          </a:bodyPr>
          <a:lstStyle/>
          <a:p>
            <a:pPr algn="just">
              <a:lnSpc>
                <a:spcPct val="100000"/>
              </a:lnSpc>
            </a:pPr>
            <a:r>
              <a:rPr lang="es-MX" sz="2600" b="1" dirty="0"/>
              <a:t>Derechos básicos de los accionistas preferentes: se consideran casi deuda</a:t>
            </a:r>
            <a:r>
              <a:rPr lang="es-ES" sz="2600" b="1" dirty="0"/>
              <a:t>,</a:t>
            </a:r>
            <a:r>
              <a:rPr lang="es-MX" sz="2600" b="1" dirty="0"/>
              <a:t> de manera muy similar a los intereses de la deuda </a:t>
            </a:r>
            <a:r>
              <a:rPr lang="es-MX" sz="2600" b="1" dirty="0" err="1"/>
              <a:t>espec</a:t>
            </a:r>
            <a:r>
              <a:rPr lang="es-ES" sz="2600" b="1" dirty="0"/>
              <a:t>i</a:t>
            </a:r>
            <a:r>
              <a:rPr lang="es-MX" sz="2600" b="1" dirty="0"/>
              <a:t>fica</a:t>
            </a:r>
            <a:r>
              <a:rPr lang="es-ES" sz="2600" b="1" dirty="0"/>
              <a:t>n</a:t>
            </a:r>
            <a:r>
              <a:rPr lang="es-MX" sz="2600" b="1" dirty="0"/>
              <a:t> un pago periódico fijo (dividendo)</a:t>
            </a:r>
            <a:r>
              <a:rPr lang="es-ES" sz="2600" b="1" dirty="0"/>
              <a:t>. </a:t>
            </a:r>
            <a:r>
              <a:rPr lang="es-MX" sz="2600" b="1" dirty="0"/>
              <a:t>Normalmente no reciben derecho a voto</a:t>
            </a:r>
            <a:r>
              <a:rPr lang="es-ES" sz="2600" b="1" dirty="0"/>
              <a:t>.</a:t>
            </a:r>
          </a:p>
          <a:p>
            <a:pPr algn="just">
              <a:lnSpc>
                <a:spcPct val="100000"/>
              </a:lnSpc>
            </a:pPr>
            <a:r>
              <a:rPr lang="es-MX" sz="2600" b="1" dirty="0"/>
              <a:t>Detalles de las acciones preferentes</a:t>
            </a:r>
            <a:endParaRPr lang="es-ES" sz="2600" b="1" dirty="0"/>
          </a:p>
          <a:p>
            <a:pPr algn="just">
              <a:lnSpc>
                <a:spcPct val="100000"/>
              </a:lnSpc>
              <a:buFontTx/>
              <a:buChar char="-"/>
            </a:pPr>
            <a:r>
              <a:rPr lang="es-MX" sz="2600" b="1" dirty="0"/>
              <a:t>Convenios restrictivos: tienen el objetivo de garantizar la existencia continua de la empresa y el pago regular del dividendo</a:t>
            </a:r>
            <a:r>
              <a:rPr lang="es-ES" sz="2600" b="1" dirty="0"/>
              <a:t>.</a:t>
            </a:r>
          </a:p>
          <a:p>
            <a:pPr algn="just">
              <a:lnSpc>
                <a:spcPct val="100000"/>
              </a:lnSpc>
              <a:buFontTx/>
              <a:buChar char="-"/>
            </a:pPr>
            <a:r>
              <a:rPr lang="es-MX" sz="2600" b="1" dirty="0"/>
              <a:t>Acumulación</a:t>
            </a:r>
            <a:r>
              <a:rPr lang="es-ES" sz="2600" b="1" dirty="0"/>
              <a:t>: </a:t>
            </a:r>
            <a:r>
              <a:rPr lang="es-MX" sz="2600" b="1" dirty="0"/>
              <a:t>son acumulativas respecto a cualquier dividendo no pagado</a:t>
            </a:r>
            <a:r>
              <a:rPr lang="es-ES" sz="2600" b="1" dirty="0"/>
              <a:t>. S</a:t>
            </a:r>
            <a:r>
              <a:rPr lang="es-MX" sz="2600" b="1" dirty="0"/>
              <a:t>i fueran no acumulativas los dividendos no pagados no se acumulan</a:t>
            </a:r>
            <a:r>
              <a:rPr lang="es-ES" sz="2600" b="1" dirty="0"/>
              <a:t>.</a:t>
            </a:r>
          </a:p>
          <a:p>
            <a:pPr algn="just">
              <a:lnSpc>
                <a:spcPct val="100000"/>
              </a:lnSpc>
              <a:buFontTx/>
              <a:buChar char="-"/>
            </a:pPr>
            <a:r>
              <a:rPr lang="es-MX" sz="2600" b="1" dirty="0"/>
              <a:t>Otras características</a:t>
            </a:r>
            <a:r>
              <a:rPr lang="es-ES" sz="2600" b="1" dirty="0"/>
              <a:t>: </a:t>
            </a:r>
            <a:r>
              <a:rPr lang="es-MX" sz="2600" b="1" dirty="0"/>
              <a:t>son generalmente rescatables, es decir, el emisor puede retirar las acciones en circulación dentro de cierto tiempo a un precio específico. Incluyen con frecuencia una opción de conversión que permite a los tenedores de acciones preferentes convertibles cambiar cada acción en un número establecido de acciones comunes</a:t>
            </a:r>
            <a:r>
              <a:rPr lang="es-ES" sz="2600" b="1" dirty="0"/>
              <a:t>. </a:t>
            </a:r>
          </a:p>
          <a:p>
            <a:pPr algn="just">
              <a:lnSpc>
                <a:spcPct val="100000"/>
              </a:lnSpc>
              <a:buFontTx/>
              <a:buChar char="-"/>
            </a:pPr>
            <a:endParaRPr lang="es-ES" sz="2600" b="1" dirty="0"/>
          </a:p>
          <a:p>
            <a:pPr>
              <a:lnSpc>
                <a:spcPct val="100000"/>
              </a:lnSpc>
            </a:pPr>
            <a:endParaRPr lang="es-GT" sz="2600" dirty="0"/>
          </a:p>
        </p:txBody>
      </p:sp>
    </p:spTree>
    <p:extLst>
      <p:ext uri="{BB962C8B-B14F-4D97-AF65-F5344CB8AC3E}">
        <p14:creationId xmlns:p14="http://schemas.microsoft.com/office/powerpoint/2010/main" val="1425833685"/>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914ED38-F503-BF38-E349-A22339A45A89}"/>
              </a:ext>
            </a:extLst>
          </p:cNvPr>
          <p:cNvSpPr>
            <a:spLocks noGrp="1"/>
          </p:cNvSpPr>
          <p:nvPr>
            <p:ph type="title"/>
          </p:nvPr>
        </p:nvSpPr>
        <p:spPr>
          <a:xfrm>
            <a:off x="5297762" y="329184"/>
            <a:ext cx="6251110" cy="1783080"/>
          </a:xfrm>
        </p:spPr>
        <p:txBody>
          <a:bodyPr anchor="b">
            <a:normAutofit/>
          </a:bodyPr>
          <a:lstStyle/>
          <a:p>
            <a:pPr>
              <a:lnSpc>
                <a:spcPct val="90000"/>
              </a:lnSpc>
            </a:pPr>
            <a:r>
              <a:rPr lang="es-ES" sz="5000"/>
              <a:t>Valoración de acciones comunes</a:t>
            </a:r>
            <a:endParaRPr lang="es-GT" sz="5000"/>
          </a:p>
        </p:txBody>
      </p:sp>
      <p:sp>
        <p:nvSpPr>
          <p:cNvPr id="11"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239572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E5B15D"/>
          </a:solidFill>
          <a:ln w="38100" cap="rnd">
            <a:solidFill>
              <a:srgbClr val="E5B15D"/>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6321A833-154C-6A92-25B2-9DD492C6CC35}"/>
              </a:ext>
            </a:extLst>
          </p:cNvPr>
          <p:cNvSpPr>
            <a:spLocks noGrp="1"/>
          </p:cNvSpPr>
          <p:nvPr>
            <p:ph idx="1"/>
          </p:nvPr>
        </p:nvSpPr>
        <p:spPr>
          <a:xfrm>
            <a:off x="5297762" y="2706624"/>
            <a:ext cx="6251110" cy="3483864"/>
          </a:xfrm>
        </p:spPr>
        <p:txBody>
          <a:bodyPr>
            <a:noAutofit/>
          </a:bodyPr>
          <a:lstStyle/>
          <a:p>
            <a:pPr marL="0" indent="0" algn="just">
              <a:buNone/>
            </a:pPr>
            <a:r>
              <a:rPr lang="es-ES" sz="3600" b="1" dirty="0"/>
              <a:t>L</a:t>
            </a:r>
            <a:r>
              <a:rPr lang="es-MX" sz="3600" b="1" dirty="0"/>
              <a:t>os inversionistas compran las acciones cuando consideran que están subvaloradas, es decir, cuando su valor verdadero es mayor que su precio de mercado y venden las acciones cuando consideran que están sobrevaloradas, es decir, cuando su precio de mercado es mayor que su valor verdadero.</a:t>
            </a:r>
            <a:endParaRPr lang="es-GT" sz="3600" b="1" dirty="0"/>
          </a:p>
        </p:txBody>
      </p:sp>
      <p:pic>
        <p:nvPicPr>
          <p:cNvPr id="5" name="Picture 4" descr="Diagramas y gráficos vistosos">
            <a:extLst>
              <a:ext uri="{FF2B5EF4-FFF2-40B4-BE49-F238E27FC236}">
                <a16:creationId xmlns:a16="http://schemas.microsoft.com/office/drawing/2014/main" id="{06ECC32F-37F7-D631-3A02-04E4A493A2B3}"/>
              </a:ext>
            </a:extLst>
          </p:cNvPr>
          <p:cNvPicPr>
            <a:picLocks noChangeAspect="1"/>
          </p:cNvPicPr>
          <p:nvPr/>
        </p:nvPicPr>
        <p:blipFill rotWithShape="1">
          <a:blip r:embed="rId2"/>
          <a:srcRect l="29386" r="25283" b="-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extLst>
      <p:ext uri="{BB962C8B-B14F-4D97-AF65-F5344CB8AC3E}">
        <p14:creationId xmlns:p14="http://schemas.microsoft.com/office/powerpoint/2010/main" val="2505670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C1C9D4C-4D2E-C6A7-DE1F-FA5239D56917}"/>
              </a:ext>
            </a:extLst>
          </p:cNvPr>
          <p:cNvSpPr>
            <a:spLocks noGrp="1"/>
          </p:cNvSpPr>
          <p:nvPr>
            <p:ph type="title"/>
          </p:nvPr>
        </p:nvSpPr>
        <p:spPr>
          <a:xfrm>
            <a:off x="5297762" y="329184"/>
            <a:ext cx="6251110" cy="1783080"/>
          </a:xfrm>
        </p:spPr>
        <p:txBody>
          <a:bodyPr anchor="b">
            <a:normAutofit/>
          </a:bodyPr>
          <a:lstStyle/>
          <a:p>
            <a:pPr>
              <a:lnSpc>
                <a:spcPct val="90000"/>
              </a:lnSpc>
            </a:pPr>
            <a:r>
              <a:rPr lang="es-ES" sz="5600"/>
              <a:t>Eficiencia de mercado</a:t>
            </a:r>
            <a:endParaRPr lang="es-GT" sz="5600"/>
          </a:p>
        </p:txBody>
      </p:sp>
      <p:sp>
        <p:nvSpPr>
          <p:cNvPr id="11"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239572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39ACD5"/>
          </a:solidFill>
          <a:ln w="38100" cap="rnd">
            <a:solidFill>
              <a:srgbClr val="39ACD5"/>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13E1AAE-7D5A-8FA1-F5D6-88C62001F567}"/>
              </a:ext>
            </a:extLst>
          </p:cNvPr>
          <p:cNvSpPr>
            <a:spLocks noGrp="1"/>
          </p:cNvSpPr>
          <p:nvPr>
            <p:ph idx="1"/>
          </p:nvPr>
        </p:nvSpPr>
        <p:spPr>
          <a:xfrm>
            <a:off x="4657345" y="2468880"/>
            <a:ext cx="7199875" cy="3829536"/>
          </a:xfrm>
        </p:spPr>
        <p:txBody>
          <a:bodyPr>
            <a:noAutofit/>
          </a:bodyPr>
          <a:lstStyle/>
          <a:p>
            <a:pPr marL="0" indent="0">
              <a:lnSpc>
                <a:spcPct val="100000"/>
              </a:lnSpc>
              <a:buNone/>
            </a:pPr>
            <a:r>
              <a:rPr lang="es-MX" sz="3000" b="1" dirty="0"/>
              <a:t>Los compradores y vendedores racionales en el aspecto económico usan su evaluación del rendimiento y riesgo de un activo para determinar su valor</a:t>
            </a:r>
            <a:r>
              <a:rPr lang="es-ES" sz="3000" b="1" dirty="0"/>
              <a:t>. </a:t>
            </a:r>
            <a:r>
              <a:rPr lang="es-MX" sz="3000" b="1" dirty="0"/>
              <a:t> Para un comprador, el valor del activo representa el precio máximo que pagaría para adquirirlo, un vendedor considera el valor del activo como un precio de venta mínimo</a:t>
            </a:r>
            <a:r>
              <a:rPr lang="es-ES" sz="3000" b="1" dirty="0"/>
              <a:t>.</a:t>
            </a:r>
            <a:r>
              <a:rPr lang="es-MX" sz="3000" b="1" dirty="0"/>
              <a:t> </a:t>
            </a:r>
          </a:p>
          <a:p>
            <a:pPr marL="0" indent="0">
              <a:lnSpc>
                <a:spcPct val="100000"/>
              </a:lnSpc>
              <a:buNone/>
            </a:pPr>
            <a:r>
              <a:rPr lang="es-MX" sz="3000" b="1" dirty="0"/>
              <a:t>En mercados competitivos, con muchos participantes activos, las interacciones de muchos compradores y vendedores generan un precio de equilibrio, el valor de mercado, para cada título.</a:t>
            </a:r>
            <a:endParaRPr lang="es-GT" sz="3000" b="1" dirty="0"/>
          </a:p>
        </p:txBody>
      </p:sp>
      <p:pic>
        <p:nvPicPr>
          <p:cNvPr id="5" name="Picture 4" descr="Fondo desenfocado de tienda por departamento">
            <a:extLst>
              <a:ext uri="{FF2B5EF4-FFF2-40B4-BE49-F238E27FC236}">
                <a16:creationId xmlns:a16="http://schemas.microsoft.com/office/drawing/2014/main" id="{8407F681-3204-CD70-F35A-5BF1EB4AECAD}"/>
              </a:ext>
            </a:extLst>
          </p:cNvPr>
          <p:cNvPicPr>
            <a:picLocks noChangeAspect="1"/>
          </p:cNvPicPr>
          <p:nvPr/>
        </p:nvPicPr>
        <p:blipFill rotWithShape="1">
          <a:blip r:embed="rId2"/>
          <a:srcRect l="21378" r="33290" b="-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extLst>
      <p:ext uri="{BB962C8B-B14F-4D97-AF65-F5344CB8AC3E}">
        <p14:creationId xmlns:p14="http://schemas.microsoft.com/office/powerpoint/2010/main" val="1424633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0931CFA-7A3F-FF76-D002-C2CBA8A2BE7E}"/>
              </a:ext>
            </a:extLst>
          </p:cNvPr>
          <p:cNvSpPr>
            <a:spLocks noGrp="1"/>
          </p:cNvSpPr>
          <p:nvPr>
            <p:ph type="title"/>
          </p:nvPr>
        </p:nvSpPr>
        <p:spPr>
          <a:xfrm>
            <a:off x="640080" y="325370"/>
            <a:ext cx="6894576" cy="1784538"/>
          </a:xfrm>
        </p:spPr>
        <p:txBody>
          <a:bodyPr anchor="b">
            <a:normAutofit/>
          </a:bodyPr>
          <a:lstStyle/>
          <a:p>
            <a:pPr>
              <a:lnSpc>
                <a:spcPct val="90000"/>
              </a:lnSpc>
            </a:pPr>
            <a:r>
              <a:rPr lang="es-ES" sz="5600"/>
              <a:t>La hipótesis de mercado eficiente</a:t>
            </a:r>
            <a:endParaRPr lang="es-GT" sz="5600"/>
          </a:p>
        </p:txBody>
      </p:sp>
      <p:sp>
        <p:nvSpPr>
          <p:cNvPr id="11"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093" y="2395391"/>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A9068F5-1457-2F60-3F49-C76DA549CA73}"/>
              </a:ext>
            </a:extLst>
          </p:cNvPr>
          <p:cNvSpPr>
            <a:spLocks noGrp="1"/>
          </p:cNvSpPr>
          <p:nvPr>
            <p:ph idx="1"/>
          </p:nvPr>
        </p:nvSpPr>
        <p:spPr>
          <a:xfrm>
            <a:off x="254833" y="2517574"/>
            <a:ext cx="7883518" cy="3675993"/>
          </a:xfrm>
        </p:spPr>
        <p:txBody>
          <a:bodyPr>
            <a:noAutofit/>
          </a:bodyPr>
          <a:lstStyle/>
          <a:p>
            <a:pPr marL="0" indent="0" algn="just">
              <a:lnSpc>
                <a:spcPct val="100000"/>
              </a:lnSpc>
              <a:buNone/>
            </a:pPr>
            <a:r>
              <a:rPr lang="es-MX" sz="3000" b="1" dirty="0"/>
              <a:t>La hipótesis del mercado eficiente (HME) que es la teoría básica que describe el comportamiento de este mercado perfecto, establece específicamente que:</a:t>
            </a:r>
            <a:endParaRPr lang="es-ES" sz="3000" b="1" dirty="0"/>
          </a:p>
          <a:p>
            <a:pPr marL="0" indent="0" algn="just">
              <a:lnSpc>
                <a:spcPct val="100000"/>
              </a:lnSpc>
              <a:buNone/>
            </a:pPr>
            <a:r>
              <a:rPr lang="es-MX" sz="3000" b="1" dirty="0"/>
              <a:t>1. Los valores están generalmente en equilibrio.</a:t>
            </a:r>
            <a:endParaRPr lang="es-ES" sz="3000" b="1" dirty="0"/>
          </a:p>
          <a:p>
            <a:pPr marL="0" indent="0" algn="just">
              <a:lnSpc>
                <a:spcPct val="100000"/>
              </a:lnSpc>
              <a:buNone/>
            </a:pPr>
            <a:r>
              <a:rPr lang="es-ES" sz="3000" b="1" dirty="0"/>
              <a:t>2. E</a:t>
            </a:r>
            <a:r>
              <a:rPr lang="es-MX" sz="3000" b="1" dirty="0"/>
              <a:t>n cualquier momento, los precios de los valores reflejan por completo toda la información pública disponible sobre la empresa y sus valores.</a:t>
            </a:r>
            <a:endParaRPr lang="es-ES" sz="3000" b="1" dirty="0"/>
          </a:p>
          <a:p>
            <a:pPr marL="0" indent="0" algn="just">
              <a:lnSpc>
                <a:spcPct val="100000"/>
              </a:lnSpc>
              <a:buNone/>
            </a:pPr>
            <a:r>
              <a:rPr lang="es-ES" sz="3000" b="1" dirty="0"/>
              <a:t>3. </a:t>
            </a:r>
            <a:r>
              <a:rPr lang="es-MX" sz="3000" b="1" dirty="0"/>
              <a:t>Puesto que las acciones están cotizadas de manera total y correcta, los inversionistas no necesitan perder su tiempo buscando y atesorando valores mal cotizados.</a:t>
            </a:r>
            <a:endParaRPr lang="es-GT" sz="3000" b="1" dirty="0"/>
          </a:p>
        </p:txBody>
      </p:sp>
      <p:pic>
        <p:nvPicPr>
          <p:cNvPr id="5" name="Picture 4" descr="Una balanza digital usando círculos">
            <a:extLst>
              <a:ext uri="{FF2B5EF4-FFF2-40B4-BE49-F238E27FC236}">
                <a16:creationId xmlns:a16="http://schemas.microsoft.com/office/drawing/2014/main" id="{18A3D2F8-89F5-4B47-15CA-9723B6102FAA}"/>
              </a:ext>
            </a:extLst>
          </p:cNvPr>
          <p:cNvPicPr>
            <a:picLocks noChangeAspect="1"/>
          </p:cNvPicPr>
          <p:nvPr/>
        </p:nvPicPr>
        <p:blipFill rotWithShape="1">
          <a:blip r:embed="rId2"/>
          <a:srcRect l="33442" r="30824" b="1"/>
          <a:stretch/>
        </p:blipFill>
        <p:spPr>
          <a:xfrm>
            <a:off x="8141399" y="10"/>
            <a:ext cx="4050601" cy="6857990"/>
          </a:xfrm>
          <a:custGeom>
            <a:avLst/>
            <a:gdLst/>
            <a:ahLst/>
            <a:cxnLst/>
            <a:rect l="l" t="t" r="r" b="b"/>
            <a:pathLst>
              <a:path w="4050601" h="6858000">
                <a:moveTo>
                  <a:pt x="26697" y="0"/>
                </a:moveTo>
                <a:lnTo>
                  <a:pt x="4050601" y="0"/>
                </a:lnTo>
                <a:lnTo>
                  <a:pt x="4050601" y="6858000"/>
                </a:lnTo>
                <a:lnTo>
                  <a:pt x="28376" y="6858000"/>
                </a:lnTo>
                <a:lnTo>
                  <a:pt x="28782" y="6851321"/>
                </a:lnTo>
                <a:cubicBezTo>
                  <a:pt x="31911" y="6730915"/>
                  <a:pt x="35027" y="6610471"/>
                  <a:pt x="38157" y="6489990"/>
                </a:cubicBezTo>
                <a:cubicBezTo>
                  <a:pt x="38284" y="6484913"/>
                  <a:pt x="39171" y="6479963"/>
                  <a:pt x="39171" y="6474886"/>
                </a:cubicBezTo>
                <a:cubicBezTo>
                  <a:pt x="48166" y="6361042"/>
                  <a:pt x="53107" y="6247198"/>
                  <a:pt x="18899" y="6136019"/>
                </a:cubicBezTo>
                <a:cubicBezTo>
                  <a:pt x="15871" y="6125573"/>
                  <a:pt x="14262" y="6114773"/>
                  <a:pt x="14084" y="6103909"/>
                </a:cubicBezTo>
                <a:cubicBezTo>
                  <a:pt x="12413" y="6006983"/>
                  <a:pt x="16644" y="5910056"/>
                  <a:pt x="26754" y="5813650"/>
                </a:cubicBezTo>
                <a:cubicBezTo>
                  <a:pt x="31949" y="5754507"/>
                  <a:pt x="26754" y="5694475"/>
                  <a:pt x="43478" y="5635967"/>
                </a:cubicBezTo>
                <a:cubicBezTo>
                  <a:pt x="50864" y="5606890"/>
                  <a:pt x="55109" y="5577103"/>
                  <a:pt x="56147" y="5547125"/>
                </a:cubicBezTo>
                <a:cubicBezTo>
                  <a:pt x="59948" y="5474529"/>
                  <a:pt x="38537" y="5406248"/>
                  <a:pt x="18139" y="5337713"/>
                </a:cubicBezTo>
                <a:cubicBezTo>
                  <a:pt x="7370" y="5301414"/>
                  <a:pt x="-5426" y="5264355"/>
                  <a:pt x="2429" y="5226280"/>
                </a:cubicBezTo>
                <a:cubicBezTo>
                  <a:pt x="16707" y="5167720"/>
                  <a:pt x="24854" y="5107828"/>
                  <a:pt x="26754" y="5047581"/>
                </a:cubicBezTo>
                <a:cubicBezTo>
                  <a:pt x="26754" y="5004937"/>
                  <a:pt x="16365" y="4963181"/>
                  <a:pt x="20039" y="4920664"/>
                </a:cubicBezTo>
                <a:cubicBezTo>
                  <a:pt x="28211" y="4838181"/>
                  <a:pt x="30238" y="4755203"/>
                  <a:pt x="26121" y="4672415"/>
                </a:cubicBezTo>
                <a:cubicBezTo>
                  <a:pt x="26095" y="4639315"/>
                  <a:pt x="29846" y="4606317"/>
                  <a:pt x="37270" y="4574054"/>
                </a:cubicBezTo>
                <a:cubicBezTo>
                  <a:pt x="46506" y="4517120"/>
                  <a:pt x="48419" y="4459246"/>
                  <a:pt x="42971" y="4401829"/>
                </a:cubicBezTo>
                <a:cubicBezTo>
                  <a:pt x="37016" y="4335324"/>
                  <a:pt x="19279" y="4269835"/>
                  <a:pt x="14845" y="4203331"/>
                </a:cubicBezTo>
                <a:cubicBezTo>
                  <a:pt x="7876" y="4093167"/>
                  <a:pt x="17759" y="3983003"/>
                  <a:pt x="27514" y="3873347"/>
                </a:cubicBezTo>
                <a:cubicBezTo>
                  <a:pt x="35116" y="3803010"/>
                  <a:pt x="37143" y="3732178"/>
                  <a:pt x="33596" y="3661523"/>
                </a:cubicBezTo>
                <a:cubicBezTo>
                  <a:pt x="29161" y="3605426"/>
                  <a:pt x="22193" y="3549329"/>
                  <a:pt x="20926" y="3493232"/>
                </a:cubicBezTo>
                <a:cubicBezTo>
                  <a:pt x="18646" y="3392967"/>
                  <a:pt x="19532" y="3292703"/>
                  <a:pt x="25360" y="3192439"/>
                </a:cubicBezTo>
                <a:cubicBezTo>
                  <a:pt x="28274" y="3142180"/>
                  <a:pt x="32962" y="3092429"/>
                  <a:pt x="34989" y="3041789"/>
                </a:cubicBezTo>
                <a:cubicBezTo>
                  <a:pt x="37016" y="2991149"/>
                  <a:pt x="41071" y="2940002"/>
                  <a:pt x="29542" y="2890377"/>
                </a:cubicBezTo>
                <a:cubicBezTo>
                  <a:pt x="10030" y="2805978"/>
                  <a:pt x="24347" y="2721959"/>
                  <a:pt x="28528" y="2637813"/>
                </a:cubicBezTo>
                <a:cubicBezTo>
                  <a:pt x="31062" y="2585523"/>
                  <a:pt x="46266" y="2531964"/>
                  <a:pt x="32836" y="2481198"/>
                </a:cubicBezTo>
                <a:cubicBezTo>
                  <a:pt x="11677" y="2401621"/>
                  <a:pt x="25487" y="2323694"/>
                  <a:pt x="32836" y="2245386"/>
                </a:cubicBezTo>
                <a:cubicBezTo>
                  <a:pt x="41311" y="2171280"/>
                  <a:pt x="39816" y="2096361"/>
                  <a:pt x="28401" y="2022648"/>
                </a:cubicBezTo>
                <a:cubicBezTo>
                  <a:pt x="14084" y="1949518"/>
                  <a:pt x="14084" y="1874307"/>
                  <a:pt x="28401" y="1801178"/>
                </a:cubicBezTo>
                <a:cubicBezTo>
                  <a:pt x="40260" y="1740816"/>
                  <a:pt x="41628" y="1678868"/>
                  <a:pt x="32455" y="1618037"/>
                </a:cubicBezTo>
                <a:cubicBezTo>
                  <a:pt x="26247" y="1574505"/>
                  <a:pt x="15098" y="1531226"/>
                  <a:pt x="13578" y="1487694"/>
                </a:cubicBezTo>
                <a:cubicBezTo>
                  <a:pt x="10436" y="1396656"/>
                  <a:pt x="12298" y="1305517"/>
                  <a:pt x="19153" y="1214696"/>
                </a:cubicBezTo>
                <a:cubicBezTo>
                  <a:pt x="27134" y="1111259"/>
                  <a:pt x="42464" y="1008202"/>
                  <a:pt x="31822" y="904004"/>
                </a:cubicBezTo>
                <a:cubicBezTo>
                  <a:pt x="28148" y="868213"/>
                  <a:pt x="20673" y="832549"/>
                  <a:pt x="19913" y="796632"/>
                </a:cubicBezTo>
                <a:cubicBezTo>
                  <a:pt x="18266" y="729366"/>
                  <a:pt x="17505" y="662989"/>
                  <a:pt x="21306" y="593565"/>
                </a:cubicBezTo>
                <a:cubicBezTo>
                  <a:pt x="25107" y="524142"/>
                  <a:pt x="39550" y="453703"/>
                  <a:pt x="29795" y="385549"/>
                </a:cubicBezTo>
                <a:cubicBezTo>
                  <a:pt x="20039" y="317394"/>
                  <a:pt x="26374" y="250382"/>
                  <a:pt x="32709" y="183497"/>
                </a:cubicBezTo>
                <a:cubicBezTo>
                  <a:pt x="35750" y="151705"/>
                  <a:pt x="37809" y="120261"/>
                  <a:pt x="37254" y="88945"/>
                </a:cubicBezTo>
                <a:close/>
              </a:path>
            </a:pathLst>
          </a:custGeom>
        </p:spPr>
      </p:pic>
    </p:spTree>
    <p:extLst>
      <p:ext uri="{BB962C8B-B14F-4D97-AF65-F5344CB8AC3E}">
        <p14:creationId xmlns:p14="http://schemas.microsoft.com/office/powerpoint/2010/main" val="281931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404A17-A8D4-429B-996C-D6FD6E07C84C}"/>
              </a:ext>
            </a:extLst>
          </p:cNvPr>
          <p:cNvSpPr>
            <a:spLocks noGrp="1"/>
          </p:cNvSpPr>
          <p:nvPr>
            <p:ph type="title"/>
          </p:nvPr>
        </p:nvSpPr>
        <p:spPr/>
        <p:txBody>
          <a:bodyPr>
            <a:normAutofit fontScale="90000"/>
          </a:bodyPr>
          <a:lstStyle/>
          <a:p>
            <a:r>
              <a:rPr lang="es-ES" dirty="0"/>
              <a:t>Ecuación Básica para la Valoración de Acciones Comunes</a:t>
            </a:r>
            <a:endParaRPr lang="es-GT" dirty="0"/>
          </a:p>
        </p:txBody>
      </p:sp>
      <p:graphicFrame>
        <p:nvGraphicFramePr>
          <p:cNvPr id="5" name="Marcador de contenido 2">
            <a:extLst>
              <a:ext uri="{FF2B5EF4-FFF2-40B4-BE49-F238E27FC236}">
                <a16:creationId xmlns:a16="http://schemas.microsoft.com/office/drawing/2014/main" id="{9B2F0EF6-1213-B8A0-ACF6-AECCC46FCC79}"/>
              </a:ext>
            </a:extLst>
          </p:cNvPr>
          <p:cNvGraphicFramePr>
            <a:graphicFrameLocks noGrp="1"/>
          </p:cNvGraphicFramePr>
          <p:nvPr>
            <p:ph idx="1"/>
            <p:extLst>
              <p:ext uri="{D42A27DB-BD31-4B8C-83A1-F6EECF244321}">
                <p14:modId xmlns:p14="http://schemas.microsoft.com/office/powerpoint/2010/main" val="2446204071"/>
              </p:ext>
            </p:extLst>
          </p:nvPr>
        </p:nvGraphicFramePr>
        <p:xfrm>
          <a:off x="838200" y="1929384"/>
          <a:ext cx="10515600" cy="42519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77638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4804AD-7F85-0662-F48C-4AF0BD9103CE}"/>
              </a:ext>
            </a:extLst>
          </p:cNvPr>
          <p:cNvSpPr>
            <a:spLocks noGrp="1"/>
          </p:cNvSpPr>
          <p:nvPr>
            <p:ph type="title"/>
          </p:nvPr>
        </p:nvSpPr>
        <p:spPr/>
        <p:txBody>
          <a:bodyPr>
            <a:normAutofit fontScale="90000"/>
          </a:bodyPr>
          <a:lstStyle/>
          <a:p>
            <a:r>
              <a:rPr lang="es-ES" dirty="0"/>
              <a:t>Ejemplo Modelo Crecimiento Constante</a:t>
            </a:r>
            <a:endParaRPr lang="es-GT" dirty="0"/>
          </a:p>
        </p:txBody>
      </p:sp>
      <p:graphicFrame>
        <p:nvGraphicFramePr>
          <p:cNvPr id="4" name="Marcador de contenido 3">
            <a:extLst>
              <a:ext uri="{FF2B5EF4-FFF2-40B4-BE49-F238E27FC236}">
                <a16:creationId xmlns:a16="http://schemas.microsoft.com/office/drawing/2014/main" id="{D4833C27-59C7-34FA-658E-7DCA1EDB6310}"/>
              </a:ext>
            </a:extLst>
          </p:cNvPr>
          <p:cNvGraphicFramePr>
            <a:graphicFrameLocks noGrp="1"/>
          </p:cNvGraphicFramePr>
          <p:nvPr>
            <p:ph idx="1"/>
            <p:extLst>
              <p:ext uri="{D42A27DB-BD31-4B8C-83A1-F6EECF244321}">
                <p14:modId xmlns:p14="http://schemas.microsoft.com/office/powerpoint/2010/main" val="3693411166"/>
              </p:ext>
            </p:extLst>
          </p:nvPr>
        </p:nvGraphicFramePr>
        <p:xfrm>
          <a:off x="838200" y="1928813"/>
          <a:ext cx="10515600" cy="4480560"/>
        </p:xfrm>
        <a:graphic>
          <a:graphicData uri="http://schemas.openxmlformats.org/drawingml/2006/table">
            <a:tbl>
              <a:tblPr firstRow="1" bandRow="1">
                <a:tableStyleId>{93296810-A885-4BE3-A3E7-6D5BEEA58F35}</a:tableStyleId>
              </a:tblPr>
              <a:tblGrid>
                <a:gridCol w="5257800">
                  <a:extLst>
                    <a:ext uri="{9D8B030D-6E8A-4147-A177-3AD203B41FA5}">
                      <a16:colId xmlns:a16="http://schemas.microsoft.com/office/drawing/2014/main" val="3240923772"/>
                    </a:ext>
                  </a:extLst>
                </a:gridCol>
                <a:gridCol w="5257800">
                  <a:extLst>
                    <a:ext uri="{9D8B030D-6E8A-4147-A177-3AD203B41FA5}">
                      <a16:colId xmlns:a16="http://schemas.microsoft.com/office/drawing/2014/main" val="3893030384"/>
                    </a:ext>
                  </a:extLst>
                </a:gridCol>
              </a:tblGrid>
              <a:tr h="370840">
                <a:tc>
                  <a:txBody>
                    <a:bodyPr/>
                    <a:lstStyle/>
                    <a:p>
                      <a:pPr algn="ctr"/>
                      <a:r>
                        <a:rPr lang="es-ES" sz="3600" b="1" dirty="0"/>
                        <a:t>Año</a:t>
                      </a:r>
                      <a:endParaRPr lang="es-GT" sz="3600" b="1" dirty="0"/>
                    </a:p>
                  </a:txBody>
                  <a:tcPr/>
                </a:tc>
                <a:tc>
                  <a:txBody>
                    <a:bodyPr/>
                    <a:lstStyle/>
                    <a:p>
                      <a:pPr algn="ctr"/>
                      <a:r>
                        <a:rPr lang="es-ES" sz="3600" b="1" dirty="0"/>
                        <a:t>Dividendo por acción</a:t>
                      </a:r>
                      <a:endParaRPr lang="es-GT" sz="3600" b="1" dirty="0"/>
                    </a:p>
                  </a:txBody>
                  <a:tcPr/>
                </a:tc>
                <a:extLst>
                  <a:ext uri="{0D108BD9-81ED-4DB2-BD59-A6C34878D82A}">
                    <a16:rowId xmlns:a16="http://schemas.microsoft.com/office/drawing/2014/main" val="1248866610"/>
                  </a:ext>
                </a:extLst>
              </a:tr>
              <a:tr h="370840">
                <a:tc>
                  <a:txBody>
                    <a:bodyPr/>
                    <a:lstStyle/>
                    <a:p>
                      <a:pPr algn="ctr"/>
                      <a:r>
                        <a:rPr lang="es-ES" sz="3600" b="1" dirty="0"/>
                        <a:t>2023</a:t>
                      </a:r>
                      <a:endParaRPr lang="es-GT" sz="3600" b="1" dirty="0"/>
                    </a:p>
                  </a:txBody>
                  <a:tcPr/>
                </a:tc>
                <a:tc>
                  <a:txBody>
                    <a:bodyPr/>
                    <a:lstStyle/>
                    <a:p>
                      <a:pPr algn="ctr"/>
                      <a:r>
                        <a:rPr lang="es-ES" sz="3600" b="1" dirty="0"/>
                        <a:t>$2.80</a:t>
                      </a:r>
                      <a:endParaRPr lang="es-GT" sz="3600" b="1" dirty="0"/>
                    </a:p>
                  </a:txBody>
                  <a:tcPr/>
                </a:tc>
                <a:extLst>
                  <a:ext uri="{0D108BD9-81ED-4DB2-BD59-A6C34878D82A}">
                    <a16:rowId xmlns:a16="http://schemas.microsoft.com/office/drawing/2014/main" val="4194470875"/>
                  </a:ext>
                </a:extLst>
              </a:tr>
              <a:tr h="370840">
                <a:tc>
                  <a:txBody>
                    <a:bodyPr/>
                    <a:lstStyle/>
                    <a:p>
                      <a:pPr algn="ctr"/>
                      <a:r>
                        <a:rPr lang="es-ES" sz="3600" b="1" dirty="0"/>
                        <a:t>2022</a:t>
                      </a:r>
                      <a:endParaRPr lang="es-GT" sz="3600" b="1" dirty="0"/>
                    </a:p>
                  </a:txBody>
                  <a:tcPr/>
                </a:tc>
                <a:tc>
                  <a:txBody>
                    <a:bodyPr/>
                    <a:lstStyle/>
                    <a:p>
                      <a:pPr algn="ctr"/>
                      <a:r>
                        <a:rPr lang="es-ES" sz="3600" b="1" dirty="0"/>
                        <a:t> 2.58</a:t>
                      </a:r>
                      <a:endParaRPr lang="es-GT" sz="3600" b="1" dirty="0"/>
                    </a:p>
                  </a:txBody>
                  <a:tcPr/>
                </a:tc>
                <a:extLst>
                  <a:ext uri="{0D108BD9-81ED-4DB2-BD59-A6C34878D82A}">
                    <a16:rowId xmlns:a16="http://schemas.microsoft.com/office/drawing/2014/main" val="203667962"/>
                  </a:ext>
                </a:extLst>
              </a:tr>
              <a:tr h="370840">
                <a:tc>
                  <a:txBody>
                    <a:bodyPr/>
                    <a:lstStyle/>
                    <a:p>
                      <a:pPr algn="ctr"/>
                      <a:r>
                        <a:rPr lang="es-ES" sz="3600" b="1" dirty="0"/>
                        <a:t>2021</a:t>
                      </a:r>
                      <a:endParaRPr lang="es-GT" sz="3600" b="1" dirty="0"/>
                    </a:p>
                  </a:txBody>
                  <a:tcPr/>
                </a:tc>
                <a:tc>
                  <a:txBody>
                    <a:bodyPr/>
                    <a:lstStyle/>
                    <a:p>
                      <a:pPr algn="ctr"/>
                      <a:r>
                        <a:rPr lang="es-ES" sz="3600" b="1" dirty="0"/>
                        <a:t> 2.40</a:t>
                      </a:r>
                      <a:endParaRPr lang="es-GT" sz="3600" b="1" dirty="0"/>
                    </a:p>
                  </a:txBody>
                  <a:tcPr/>
                </a:tc>
                <a:extLst>
                  <a:ext uri="{0D108BD9-81ED-4DB2-BD59-A6C34878D82A}">
                    <a16:rowId xmlns:a16="http://schemas.microsoft.com/office/drawing/2014/main" val="3845786123"/>
                  </a:ext>
                </a:extLst>
              </a:tr>
              <a:tr h="370840">
                <a:tc>
                  <a:txBody>
                    <a:bodyPr/>
                    <a:lstStyle/>
                    <a:p>
                      <a:pPr algn="ctr"/>
                      <a:r>
                        <a:rPr lang="es-ES" sz="3600" b="1" dirty="0"/>
                        <a:t>2020</a:t>
                      </a:r>
                      <a:endParaRPr lang="es-GT" sz="3600" b="1" dirty="0"/>
                    </a:p>
                  </a:txBody>
                  <a:tcPr/>
                </a:tc>
                <a:tc>
                  <a:txBody>
                    <a:bodyPr/>
                    <a:lstStyle/>
                    <a:p>
                      <a:pPr algn="ctr"/>
                      <a:r>
                        <a:rPr lang="es-ES" sz="3600" b="1" dirty="0"/>
                        <a:t> 2.24</a:t>
                      </a:r>
                      <a:endParaRPr lang="es-GT" sz="3600" b="1" dirty="0"/>
                    </a:p>
                  </a:txBody>
                  <a:tcPr/>
                </a:tc>
                <a:extLst>
                  <a:ext uri="{0D108BD9-81ED-4DB2-BD59-A6C34878D82A}">
                    <a16:rowId xmlns:a16="http://schemas.microsoft.com/office/drawing/2014/main" val="2543265120"/>
                  </a:ext>
                </a:extLst>
              </a:tr>
              <a:tr h="370840">
                <a:tc>
                  <a:txBody>
                    <a:bodyPr/>
                    <a:lstStyle/>
                    <a:p>
                      <a:pPr algn="ctr"/>
                      <a:r>
                        <a:rPr lang="es-ES" sz="3600" b="1" dirty="0"/>
                        <a:t>2019</a:t>
                      </a:r>
                      <a:endParaRPr lang="es-GT" sz="3600" b="1" dirty="0"/>
                    </a:p>
                  </a:txBody>
                  <a:tcPr/>
                </a:tc>
                <a:tc>
                  <a:txBody>
                    <a:bodyPr/>
                    <a:lstStyle/>
                    <a:p>
                      <a:pPr algn="ctr"/>
                      <a:r>
                        <a:rPr lang="es-ES" sz="3600" b="1" dirty="0"/>
                        <a:t> 2.10</a:t>
                      </a:r>
                      <a:endParaRPr lang="es-GT" sz="3600" b="1" dirty="0"/>
                    </a:p>
                  </a:txBody>
                  <a:tcPr/>
                </a:tc>
                <a:extLst>
                  <a:ext uri="{0D108BD9-81ED-4DB2-BD59-A6C34878D82A}">
                    <a16:rowId xmlns:a16="http://schemas.microsoft.com/office/drawing/2014/main" val="3702445251"/>
                  </a:ext>
                </a:extLst>
              </a:tr>
              <a:tr h="370840">
                <a:tc>
                  <a:txBody>
                    <a:bodyPr/>
                    <a:lstStyle/>
                    <a:p>
                      <a:pPr algn="ctr"/>
                      <a:r>
                        <a:rPr lang="es-ES" sz="3600" b="1" dirty="0"/>
                        <a:t>2918</a:t>
                      </a:r>
                      <a:endParaRPr lang="es-GT" sz="3600" b="1" dirty="0"/>
                    </a:p>
                  </a:txBody>
                  <a:tcPr/>
                </a:tc>
                <a:tc>
                  <a:txBody>
                    <a:bodyPr/>
                    <a:lstStyle/>
                    <a:p>
                      <a:pPr algn="ctr"/>
                      <a:r>
                        <a:rPr lang="es-ES" sz="3600" b="1" dirty="0"/>
                        <a:t> 2.00</a:t>
                      </a:r>
                      <a:endParaRPr lang="es-GT" sz="3600" b="1" dirty="0"/>
                    </a:p>
                  </a:txBody>
                  <a:tcPr/>
                </a:tc>
                <a:extLst>
                  <a:ext uri="{0D108BD9-81ED-4DB2-BD59-A6C34878D82A}">
                    <a16:rowId xmlns:a16="http://schemas.microsoft.com/office/drawing/2014/main" val="3487503452"/>
                  </a:ext>
                </a:extLst>
              </a:tr>
            </a:tbl>
          </a:graphicData>
        </a:graphic>
      </p:graphicFrame>
    </p:spTree>
    <p:extLst>
      <p:ext uri="{BB962C8B-B14F-4D97-AF65-F5344CB8AC3E}">
        <p14:creationId xmlns:p14="http://schemas.microsoft.com/office/powerpoint/2010/main" val="1695296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D9C13DF-E35B-E120-C51B-31C65403B598}"/>
              </a:ext>
            </a:extLst>
          </p:cNvPr>
          <p:cNvSpPr>
            <a:spLocks noGrp="1"/>
          </p:cNvSpPr>
          <p:nvPr>
            <p:ph idx="1"/>
          </p:nvPr>
        </p:nvSpPr>
        <p:spPr>
          <a:xfrm>
            <a:off x="838200" y="509666"/>
            <a:ext cx="10515600" cy="5671678"/>
          </a:xfrm>
        </p:spPr>
        <p:txBody>
          <a:bodyPr/>
          <a:lstStyle/>
          <a:p>
            <a:pPr marL="0" indent="0">
              <a:buNone/>
            </a:pPr>
            <a:r>
              <a:rPr lang="es-MX" dirty="0"/>
              <a:t>Asumimos que la tasa histórica de crecimiento anual compuesta de los dividendos es un cálculo exacto de la tasa futura anual constante del crecimiento de dividendos:</a:t>
            </a:r>
          </a:p>
          <a:p>
            <a:pPr marL="0" indent="0">
              <a:buNone/>
            </a:pPr>
            <a:r>
              <a:rPr lang="es-MX" dirty="0"/>
              <a:t>La empresa calcula que su dividendo para en 2024 será igual a $3.00. Se asume que el rendimiento requerido es del 15%. La tasa histórica del crecimiento es del 7% (calculado por fórmula o tabla) de la siguiente manera:</a:t>
            </a:r>
          </a:p>
          <a:p>
            <a:pPr marL="0" indent="0" algn="ctr">
              <a:buNone/>
            </a:pPr>
            <a:r>
              <a:rPr lang="es-MX" dirty="0"/>
              <a:t>F = P(1+i)</a:t>
            </a:r>
            <a:r>
              <a:rPr lang="es-MX" baseline="30000" dirty="0"/>
              <a:t>n</a:t>
            </a:r>
          </a:p>
          <a:p>
            <a:pPr marL="0" indent="0" algn="ctr">
              <a:buNone/>
            </a:pPr>
            <a:endParaRPr lang="es-MX" baseline="30000" dirty="0"/>
          </a:p>
          <a:p>
            <a:pPr marL="0" indent="0" algn="ctr">
              <a:buNone/>
            </a:pPr>
            <a:endParaRPr lang="es-MX" baseline="30000" dirty="0"/>
          </a:p>
          <a:p>
            <a:pPr marL="0" indent="0">
              <a:buNone/>
            </a:pPr>
            <a:endParaRPr lang="es-MX" dirty="0"/>
          </a:p>
          <a:p>
            <a:pPr marL="0" indent="0">
              <a:buNone/>
            </a:pPr>
            <a:endParaRPr lang="es-GT" dirty="0"/>
          </a:p>
        </p:txBody>
      </p:sp>
      <mc:AlternateContent xmlns:mc="http://schemas.openxmlformats.org/markup-compatibility/2006">
        <mc:Choice xmlns:p14="http://schemas.microsoft.com/office/powerpoint/2010/main" Requires="p14">
          <p:contentPart p14:bwMode="auto" r:id="rId2">
            <p14:nvContentPartPr>
              <p14:cNvPr id="4" name="Entrada de lápiz 3">
                <a:extLst>
                  <a:ext uri="{FF2B5EF4-FFF2-40B4-BE49-F238E27FC236}">
                    <a16:creationId xmlns:a16="http://schemas.microsoft.com/office/drawing/2014/main" id="{A801B636-CFE5-7C1E-1F3B-4EDA8A7E7D8B}"/>
                  </a:ext>
                </a:extLst>
              </p14:cNvPr>
              <p14:cNvContentPartPr/>
              <p14:nvPr/>
            </p14:nvContentPartPr>
            <p14:xfrm>
              <a:off x="3941923" y="3655688"/>
              <a:ext cx="3035880" cy="1688040"/>
            </p14:xfrm>
          </p:contentPart>
        </mc:Choice>
        <mc:Fallback>
          <p:pic>
            <p:nvPicPr>
              <p:cNvPr id="4" name="Entrada de lápiz 3">
                <a:extLst>
                  <a:ext uri="{FF2B5EF4-FFF2-40B4-BE49-F238E27FC236}">
                    <a16:creationId xmlns:a16="http://schemas.microsoft.com/office/drawing/2014/main" id="{A801B636-CFE5-7C1E-1F3B-4EDA8A7E7D8B}"/>
                  </a:ext>
                </a:extLst>
              </p:cNvPr>
              <p:cNvPicPr/>
              <p:nvPr/>
            </p:nvPicPr>
            <p:blipFill>
              <a:blip r:embed="rId3"/>
              <a:stretch>
                <a:fillRect/>
              </a:stretch>
            </p:blipFill>
            <p:spPr>
              <a:xfrm>
                <a:off x="3933283" y="3646688"/>
                <a:ext cx="3053520" cy="17056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Entrada de lápiz 4">
                <a:extLst>
                  <a:ext uri="{FF2B5EF4-FFF2-40B4-BE49-F238E27FC236}">
                    <a16:creationId xmlns:a16="http://schemas.microsoft.com/office/drawing/2014/main" id="{B2B54068-B52B-1B29-FD65-0DBBE3F75028}"/>
                  </a:ext>
                </a:extLst>
              </p14:cNvPr>
              <p14:cNvContentPartPr/>
              <p14:nvPr/>
            </p14:nvContentPartPr>
            <p14:xfrm>
              <a:off x="5321443" y="4481528"/>
              <a:ext cx="1307880" cy="60480"/>
            </p14:xfrm>
          </p:contentPart>
        </mc:Choice>
        <mc:Fallback>
          <p:pic>
            <p:nvPicPr>
              <p:cNvPr id="5" name="Entrada de lápiz 4">
                <a:extLst>
                  <a:ext uri="{FF2B5EF4-FFF2-40B4-BE49-F238E27FC236}">
                    <a16:creationId xmlns:a16="http://schemas.microsoft.com/office/drawing/2014/main" id="{B2B54068-B52B-1B29-FD65-0DBBE3F75028}"/>
                  </a:ext>
                </a:extLst>
              </p:cNvPr>
              <p:cNvPicPr/>
              <p:nvPr/>
            </p:nvPicPr>
            <p:blipFill>
              <a:blip r:embed="rId5"/>
              <a:stretch>
                <a:fillRect/>
              </a:stretch>
            </p:blipFill>
            <p:spPr>
              <a:xfrm>
                <a:off x="5312803" y="4472528"/>
                <a:ext cx="1325520" cy="781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Entrada de lápiz 5">
                <a:extLst>
                  <a:ext uri="{FF2B5EF4-FFF2-40B4-BE49-F238E27FC236}">
                    <a16:creationId xmlns:a16="http://schemas.microsoft.com/office/drawing/2014/main" id="{2B2D1072-9F8B-09E8-C4D0-634F4F2D6B21}"/>
                  </a:ext>
                </a:extLst>
              </p14:cNvPr>
              <p14:cNvContentPartPr/>
              <p14:nvPr/>
            </p14:nvContentPartPr>
            <p14:xfrm>
              <a:off x="4107523" y="3609608"/>
              <a:ext cx="225000" cy="247320"/>
            </p14:xfrm>
          </p:contentPart>
        </mc:Choice>
        <mc:Fallback>
          <p:pic>
            <p:nvPicPr>
              <p:cNvPr id="6" name="Entrada de lápiz 5">
                <a:extLst>
                  <a:ext uri="{FF2B5EF4-FFF2-40B4-BE49-F238E27FC236}">
                    <a16:creationId xmlns:a16="http://schemas.microsoft.com/office/drawing/2014/main" id="{2B2D1072-9F8B-09E8-C4D0-634F4F2D6B21}"/>
                  </a:ext>
                </a:extLst>
              </p:cNvPr>
              <p:cNvPicPr/>
              <p:nvPr/>
            </p:nvPicPr>
            <p:blipFill>
              <a:blip r:embed="rId7"/>
              <a:stretch>
                <a:fillRect/>
              </a:stretch>
            </p:blipFill>
            <p:spPr>
              <a:xfrm>
                <a:off x="4098523" y="3600608"/>
                <a:ext cx="242640" cy="264960"/>
              </a:xfrm>
              <a:prstGeom prst="rect">
                <a:avLst/>
              </a:prstGeom>
            </p:spPr>
          </p:pic>
        </mc:Fallback>
      </mc:AlternateContent>
      <p:grpSp>
        <p:nvGrpSpPr>
          <p:cNvPr id="11" name="Grupo 10">
            <a:extLst>
              <a:ext uri="{FF2B5EF4-FFF2-40B4-BE49-F238E27FC236}">
                <a16:creationId xmlns:a16="http://schemas.microsoft.com/office/drawing/2014/main" id="{0CDD6DB8-7353-D629-324B-A4903FE0EC19}"/>
              </a:ext>
            </a:extLst>
          </p:cNvPr>
          <p:cNvGrpSpPr/>
          <p:nvPr/>
        </p:nvGrpSpPr>
        <p:grpSpPr>
          <a:xfrm>
            <a:off x="5696203" y="3867008"/>
            <a:ext cx="403200" cy="583920"/>
            <a:chOff x="5696203" y="3867008"/>
            <a:chExt cx="403200" cy="583920"/>
          </a:xfrm>
        </p:grpSpPr>
        <mc:AlternateContent xmlns:mc="http://schemas.openxmlformats.org/markup-compatibility/2006">
          <mc:Choice xmlns:p14="http://schemas.microsoft.com/office/powerpoint/2010/main" Requires="p14">
            <p:contentPart p14:bwMode="auto" r:id="rId8">
              <p14:nvContentPartPr>
                <p14:cNvPr id="7" name="Entrada de lápiz 6">
                  <a:extLst>
                    <a:ext uri="{FF2B5EF4-FFF2-40B4-BE49-F238E27FC236}">
                      <a16:creationId xmlns:a16="http://schemas.microsoft.com/office/drawing/2014/main" id="{9A3DF0ED-55DB-E747-1F15-3FA67295384C}"/>
                    </a:ext>
                  </a:extLst>
                </p14:cNvPr>
                <p14:cNvContentPartPr/>
                <p14:nvPr/>
              </p14:nvContentPartPr>
              <p14:xfrm>
                <a:off x="5696203" y="3912008"/>
                <a:ext cx="360" cy="538920"/>
              </p14:xfrm>
            </p:contentPart>
          </mc:Choice>
          <mc:Fallback>
            <p:pic>
              <p:nvPicPr>
                <p:cNvPr id="7" name="Entrada de lápiz 6">
                  <a:extLst>
                    <a:ext uri="{FF2B5EF4-FFF2-40B4-BE49-F238E27FC236}">
                      <a16:creationId xmlns:a16="http://schemas.microsoft.com/office/drawing/2014/main" id="{9A3DF0ED-55DB-E747-1F15-3FA67295384C}"/>
                    </a:ext>
                  </a:extLst>
                </p:cNvPr>
                <p:cNvPicPr/>
                <p:nvPr/>
              </p:nvPicPr>
              <p:blipFill>
                <a:blip r:embed="rId9"/>
                <a:stretch>
                  <a:fillRect/>
                </a:stretch>
              </p:blipFill>
              <p:spPr>
                <a:xfrm>
                  <a:off x="5687203" y="3903368"/>
                  <a:ext cx="18000" cy="5565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Entrada de lápiz 7">
                  <a:extLst>
                    <a:ext uri="{FF2B5EF4-FFF2-40B4-BE49-F238E27FC236}">
                      <a16:creationId xmlns:a16="http://schemas.microsoft.com/office/drawing/2014/main" id="{88EA02D5-7606-4212-9C11-838BDD1199E1}"/>
                    </a:ext>
                  </a:extLst>
                </p14:cNvPr>
                <p14:cNvContentPartPr/>
                <p14:nvPr/>
              </p14:nvContentPartPr>
              <p14:xfrm>
                <a:off x="5696203" y="3867008"/>
                <a:ext cx="403200" cy="45360"/>
              </p14:xfrm>
            </p:contentPart>
          </mc:Choice>
          <mc:Fallback>
            <p:pic>
              <p:nvPicPr>
                <p:cNvPr id="8" name="Entrada de lápiz 7">
                  <a:extLst>
                    <a:ext uri="{FF2B5EF4-FFF2-40B4-BE49-F238E27FC236}">
                      <a16:creationId xmlns:a16="http://schemas.microsoft.com/office/drawing/2014/main" id="{88EA02D5-7606-4212-9C11-838BDD1199E1}"/>
                    </a:ext>
                  </a:extLst>
                </p:cNvPr>
                <p:cNvPicPr/>
                <p:nvPr/>
              </p:nvPicPr>
              <p:blipFill>
                <a:blip r:embed="rId11"/>
                <a:stretch>
                  <a:fillRect/>
                </a:stretch>
              </p:blipFill>
              <p:spPr>
                <a:xfrm>
                  <a:off x="5687203" y="3858368"/>
                  <a:ext cx="42084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0" name="Entrada de lápiz 9">
                  <a:extLst>
                    <a:ext uri="{FF2B5EF4-FFF2-40B4-BE49-F238E27FC236}">
                      <a16:creationId xmlns:a16="http://schemas.microsoft.com/office/drawing/2014/main" id="{64565DED-C718-C077-D649-59B0D90BE360}"/>
                    </a:ext>
                  </a:extLst>
                </p14:cNvPr>
                <p14:cNvContentPartPr/>
                <p14:nvPr/>
              </p14:nvContentPartPr>
              <p14:xfrm>
                <a:off x="5711323" y="4151768"/>
                <a:ext cx="388080" cy="45720"/>
              </p14:xfrm>
            </p:contentPart>
          </mc:Choice>
          <mc:Fallback>
            <p:pic>
              <p:nvPicPr>
                <p:cNvPr id="10" name="Entrada de lápiz 9">
                  <a:extLst>
                    <a:ext uri="{FF2B5EF4-FFF2-40B4-BE49-F238E27FC236}">
                      <a16:creationId xmlns:a16="http://schemas.microsoft.com/office/drawing/2014/main" id="{64565DED-C718-C077-D649-59B0D90BE360}"/>
                    </a:ext>
                  </a:extLst>
                </p:cNvPr>
                <p:cNvPicPr/>
                <p:nvPr/>
              </p:nvPicPr>
              <p:blipFill>
                <a:blip r:embed="rId13"/>
                <a:stretch>
                  <a:fillRect/>
                </a:stretch>
              </p:blipFill>
              <p:spPr>
                <a:xfrm>
                  <a:off x="5702683" y="4143128"/>
                  <a:ext cx="405720" cy="63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4">
            <p14:nvContentPartPr>
              <p14:cNvPr id="12" name="Entrada de lápiz 11">
                <a:extLst>
                  <a:ext uri="{FF2B5EF4-FFF2-40B4-BE49-F238E27FC236}">
                    <a16:creationId xmlns:a16="http://schemas.microsoft.com/office/drawing/2014/main" id="{6F714AC6-1ACB-A84D-6C42-263E296E39BF}"/>
                  </a:ext>
                </a:extLst>
              </p14:cNvPr>
              <p14:cNvContentPartPr/>
              <p14:nvPr/>
            </p14:nvContentPartPr>
            <p14:xfrm>
              <a:off x="5845603" y="4766648"/>
              <a:ext cx="30960" cy="643680"/>
            </p14:xfrm>
          </p:contentPart>
        </mc:Choice>
        <mc:Fallback>
          <p:pic>
            <p:nvPicPr>
              <p:cNvPr id="12" name="Entrada de lápiz 11">
                <a:extLst>
                  <a:ext uri="{FF2B5EF4-FFF2-40B4-BE49-F238E27FC236}">
                    <a16:creationId xmlns:a16="http://schemas.microsoft.com/office/drawing/2014/main" id="{6F714AC6-1ACB-A84D-6C42-263E296E39BF}"/>
                  </a:ext>
                </a:extLst>
              </p:cNvPr>
              <p:cNvPicPr/>
              <p:nvPr/>
            </p:nvPicPr>
            <p:blipFill>
              <a:blip r:embed="rId15"/>
              <a:stretch>
                <a:fillRect/>
              </a:stretch>
            </p:blipFill>
            <p:spPr>
              <a:xfrm>
                <a:off x="5836603" y="4757648"/>
                <a:ext cx="48600" cy="6613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3" name="Entrada de lápiz 12">
                <a:extLst>
                  <a:ext uri="{FF2B5EF4-FFF2-40B4-BE49-F238E27FC236}">
                    <a16:creationId xmlns:a16="http://schemas.microsoft.com/office/drawing/2014/main" id="{D08B0BDA-2DFD-E975-47E3-6CDCDB630353}"/>
                  </a:ext>
                </a:extLst>
              </p14:cNvPr>
              <p14:cNvContentPartPr/>
              <p14:nvPr/>
            </p14:nvContentPartPr>
            <p14:xfrm>
              <a:off x="5830843" y="4734608"/>
              <a:ext cx="391680" cy="273600"/>
            </p14:xfrm>
          </p:contentPart>
        </mc:Choice>
        <mc:Fallback>
          <p:pic>
            <p:nvPicPr>
              <p:cNvPr id="13" name="Entrada de lápiz 12">
                <a:extLst>
                  <a:ext uri="{FF2B5EF4-FFF2-40B4-BE49-F238E27FC236}">
                    <a16:creationId xmlns:a16="http://schemas.microsoft.com/office/drawing/2014/main" id="{D08B0BDA-2DFD-E975-47E3-6CDCDB630353}"/>
                  </a:ext>
                </a:extLst>
              </p:cNvPr>
              <p:cNvPicPr/>
              <p:nvPr/>
            </p:nvPicPr>
            <p:blipFill>
              <a:blip r:embed="rId17"/>
              <a:stretch>
                <a:fillRect/>
              </a:stretch>
            </p:blipFill>
            <p:spPr>
              <a:xfrm>
                <a:off x="5822203" y="4725608"/>
                <a:ext cx="409320" cy="2912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4" name="Entrada de lápiz 13">
                <a:extLst>
                  <a:ext uri="{FF2B5EF4-FFF2-40B4-BE49-F238E27FC236}">
                    <a16:creationId xmlns:a16="http://schemas.microsoft.com/office/drawing/2014/main" id="{290C2258-299F-E12B-7F4A-2A22A94C9277}"/>
                  </a:ext>
                </a:extLst>
              </p14:cNvPr>
              <p14:cNvContentPartPr/>
              <p14:nvPr/>
            </p14:nvContentPartPr>
            <p14:xfrm>
              <a:off x="7464883" y="4571528"/>
              <a:ext cx="208800" cy="360"/>
            </p14:xfrm>
          </p:contentPart>
        </mc:Choice>
        <mc:Fallback>
          <p:pic>
            <p:nvPicPr>
              <p:cNvPr id="14" name="Entrada de lápiz 13">
                <a:extLst>
                  <a:ext uri="{FF2B5EF4-FFF2-40B4-BE49-F238E27FC236}">
                    <a16:creationId xmlns:a16="http://schemas.microsoft.com/office/drawing/2014/main" id="{290C2258-299F-E12B-7F4A-2A22A94C9277}"/>
                  </a:ext>
                </a:extLst>
              </p:cNvPr>
              <p:cNvPicPr/>
              <p:nvPr/>
            </p:nvPicPr>
            <p:blipFill>
              <a:blip r:embed="rId19"/>
              <a:stretch>
                <a:fillRect/>
              </a:stretch>
            </p:blipFill>
            <p:spPr>
              <a:xfrm>
                <a:off x="7455883" y="4562888"/>
                <a:ext cx="22644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5" name="Entrada de lápiz 14">
                <a:extLst>
                  <a:ext uri="{FF2B5EF4-FFF2-40B4-BE49-F238E27FC236}">
                    <a16:creationId xmlns:a16="http://schemas.microsoft.com/office/drawing/2014/main" id="{0049A451-A5DF-BC30-1F73-1EA491C69610}"/>
                  </a:ext>
                </a:extLst>
              </p14:cNvPr>
              <p14:cNvContentPartPr/>
              <p14:nvPr/>
            </p14:nvContentPartPr>
            <p14:xfrm>
              <a:off x="8169763" y="3859808"/>
              <a:ext cx="404640" cy="1085760"/>
            </p14:xfrm>
          </p:contentPart>
        </mc:Choice>
        <mc:Fallback>
          <p:pic>
            <p:nvPicPr>
              <p:cNvPr id="15" name="Entrada de lápiz 14">
                <a:extLst>
                  <a:ext uri="{FF2B5EF4-FFF2-40B4-BE49-F238E27FC236}">
                    <a16:creationId xmlns:a16="http://schemas.microsoft.com/office/drawing/2014/main" id="{0049A451-A5DF-BC30-1F73-1EA491C69610}"/>
                  </a:ext>
                </a:extLst>
              </p:cNvPr>
              <p:cNvPicPr/>
              <p:nvPr/>
            </p:nvPicPr>
            <p:blipFill>
              <a:blip r:embed="rId21"/>
              <a:stretch>
                <a:fillRect/>
              </a:stretch>
            </p:blipFill>
            <p:spPr>
              <a:xfrm>
                <a:off x="8160763" y="3851168"/>
                <a:ext cx="422280" cy="1103400"/>
              </a:xfrm>
              <a:prstGeom prst="rect">
                <a:avLst/>
              </a:prstGeom>
            </p:spPr>
          </p:pic>
        </mc:Fallback>
      </mc:AlternateContent>
      <p:grpSp>
        <p:nvGrpSpPr>
          <p:cNvPr id="18" name="Grupo 17">
            <a:extLst>
              <a:ext uri="{FF2B5EF4-FFF2-40B4-BE49-F238E27FC236}">
                <a16:creationId xmlns:a16="http://schemas.microsoft.com/office/drawing/2014/main" id="{878A323B-8EE5-919B-FE67-053EE2F0C31B}"/>
              </a:ext>
            </a:extLst>
          </p:cNvPr>
          <p:cNvGrpSpPr/>
          <p:nvPr/>
        </p:nvGrpSpPr>
        <p:grpSpPr>
          <a:xfrm>
            <a:off x="8978683" y="4286768"/>
            <a:ext cx="358920" cy="121680"/>
            <a:chOff x="8978683" y="4286768"/>
            <a:chExt cx="358920" cy="121680"/>
          </a:xfrm>
        </p:grpSpPr>
        <mc:AlternateContent xmlns:mc="http://schemas.openxmlformats.org/markup-compatibility/2006">
          <mc:Choice xmlns:p14="http://schemas.microsoft.com/office/powerpoint/2010/main" Requires="p14">
            <p:contentPart p14:bwMode="auto" r:id="rId22">
              <p14:nvContentPartPr>
                <p14:cNvPr id="16" name="Entrada de lápiz 15">
                  <a:extLst>
                    <a:ext uri="{FF2B5EF4-FFF2-40B4-BE49-F238E27FC236}">
                      <a16:creationId xmlns:a16="http://schemas.microsoft.com/office/drawing/2014/main" id="{BC854B56-63C3-8025-FC5C-00620277C14E}"/>
                    </a:ext>
                  </a:extLst>
                </p14:cNvPr>
                <p14:cNvContentPartPr/>
                <p14:nvPr/>
              </p14:nvContentPartPr>
              <p14:xfrm>
                <a:off x="8978683" y="4286768"/>
                <a:ext cx="223920" cy="30960"/>
              </p14:xfrm>
            </p:contentPart>
          </mc:Choice>
          <mc:Fallback>
            <p:pic>
              <p:nvPicPr>
                <p:cNvPr id="16" name="Entrada de lápiz 15">
                  <a:extLst>
                    <a:ext uri="{FF2B5EF4-FFF2-40B4-BE49-F238E27FC236}">
                      <a16:creationId xmlns:a16="http://schemas.microsoft.com/office/drawing/2014/main" id="{BC854B56-63C3-8025-FC5C-00620277C14E}"/>
                    </a:ext>
                  </a:extLst>
                </p:cNvPr>
                <p:cNvPicPr/>
                <p:nvPr/>
              </p:nvPicPr>
              <p:blipFill>
                <a:blip r:embed="rId23"/>
                <a:stretch>
                  <a:fillRect/>
                </a:stretch>
              </p:blipFill>
              <p:spPr>
                <a:xfrm>
                  <a:off x="8969683" y="4277768"/>
                  <a:ext cx="241560" cy="486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7" name="Entrada de lápiz 16">
                  <a:extLst>
                    <a:ext uri="{FF2B5EF4-FFF2-40B4-BE49-F238E27FC236}">
                      <a16:creationId xmlns:a16="http://schemas.microsoft.com/office/drawing/2014/main" id="{97DC1CD0-55BB-3468-908F-2FA372E6B98A}"/>
                    </a:ext>
                  </a:extLst>
                </p14:cNvPr>
                <p14:cNvContentPartPr/>
                <p14:nvPr/>
              </p14:nvContentPartPr>
              <p14:xfrm>
                <a:off x="9038803" y="4391888"/>
                <a:ext cx="298800" cy="16560"/>
              </p14:xfrm>
            </p:contentPart>
          </mc:Choice>
          <mc:Fallback>
            <p:pic>
              <p:nvPicPr>
                <p:cNvPr id="17" name="Entrada de lápiz 16">
                  <a:extLst>
                    <a:ext uri="{FF2B5EF4-FFF2-40B4-BE49-F238E27FC236}">
                      <a16:creationId xmlns:a16="http://schemas.microsoft.com/office/drawing/2014/main" id="{97DC1CD0-55BB-3468-908F-2FA372E6B98A}"/>
                    </a:ext>
                  </a:extLst>
                </p:cNvPr>
                <p:cNvPicPr/>
                <p:nvPr/>
              </p:nvPicPr>
              <p:blipFill>
                <a:blip r:embed="rId25"/>
                <a:stretch>
                  <a:fillRect/>
                </a:stretch>
              </p:blipFill>
              <p:spPr>
                <a:xfrm>
                  <a:off x="9029803" y="4382888"/>
                  <a:ext cx="316440" cy="342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6">
            <p14:nvContentPartPr>
              <p14:cNvPr id="19" name="Entrada de lápiz 18">
                <a:extLst>
                  <a:ext uri="{FF2B5EF4-FFF2-40B4-BE49-F238E27FC236}">
                    <a16:creationId xmlns:a16="http://schemas.microsoft.com/office/drawing/2014/main" id="{06593897-1C37-5494-A774-7544CAC9E524}"/>
                  </a:ext>
                </a:extLst>
              </p14:cNvPr>
              <p14:cNvContentPartPr/>
              <p14:nvPr/>
            </p14:nvContentPartPr>
            <p14:xfrm>
              <a:off x="9743683" y="4201808"/>
              <a:ext cx="579960" cy="355320"/>
            </p14:xfrm>
          </p:contentPart>
        </mc:Choice>
        <mc:Fallback>
          <p:pic>
            <p:nvPicPr>
              <p:cNvPr id="19" name="Entrada de lápiz 18">
                <a:extLst>
                  <a:ext uri="{FF2B5EF4-FFF2-40B4-BE49-F238E27FC236}">
                    <a16:creationId xmlns:a16="http://schemas.microsoft.com/office/drawing/2014/main" id="{06593897-1C37-5494-A774-7544CAC9E524}"/>
                  </a:ext>
                </a:extLst>
              </p:cNvPr>
              <p:cNvPicPr/>
              <p:nvPr/>
            </p:nvPicPr>
            <p:blipFill>
              <a:blip r:embed="rId27"/>
              <a:stretch>
                <a:fillRect/>
              </a:stretch>
            </p:blipFill>
            <p:spPr>
              <a:xfrm>
                <a:off x="9734683" y="4192808"/>
                <a:ext cx="597600" cy="3729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0" name="Entrada de lápiz 19">
                <a:extLst>
                  <a:ext uri="{FF2B5EF4-FFF2-40B4-BE49-F238E27FC236}">
                    <a16:creationId xmlns:a16="http://schemas.microsoft.com/office/drawing/2014/main" id="{430D7D60-CD42-83E7-FDBE-8FC35EA464A0}"/>
                  </a:ext>
                </a:extLst>
              </p14:cNvPr>
              <p14:cNvContentPartPr/>
              <p14:nvPr/>
            </p14:nvContentPartPr>
            <p14:xfrm>
              <a:off x="9908563" y="3986888"/>
              <a:ext cx="360" cy="360"/>
            </p14:xfrm>
          </p:contentPart>
        </mc:Choice>
        <mc:Fallback>
          <p:pic>
            <p:nvPicPr>
              <p:cNvPr id="20" name="Entrada de lápiz 19">
                <a:extLst>
                  <a:ext uri="{FF2B5EF4-FFF2-40B4-BE49-F238E27FC236}">
                    <a16:creationId xmlns:a16="http://schemas.microsoft.com/office/drawing/2014/main" id="{430D7D60-CD42-83E7-FDBE-8FC35EA464A0}"/>
                  </a:ext>
                </a:extLst>
              </p:cNvPr>
              <p:cNvPicPr/>
              <p:nvPr/>
            </p:nvPicPr>
            <p:blipFill>
              <a:blip r:embed="rId29"/>
              <a:stretch>
                <a:fillRect/>
              </a:stretch>
            </p:blipFill>
            <p:spPr>
              <a:xfrm>
                <a:off x="9899563" y="397824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1" name="Entrada de lápiz 20">
                <a:extLst>
                  <a:ext uri="{FF2B5EF4-FFF2-40B4-BE49-F238E27FC236}">
                    <a16:creationId xmlns:a16="http://schemas.microsoft.com/office/drawing/2014/main" id="{C3A2BD43-5DFE-9B76-480E-6089ED8202F6}"/>
                  </a:ext>
                </a:extLst>
              </p14:cNvPr>
              <p14:cNvContentPartPr/>
              <p14:nvPr/>
            </p14:nvContentPartPr>
            <p14:xfrm>
              <a:off x="9908563" y="3967088"/>
              <a:ext cx="20880" cy="27000"/>
            </p14:xfrm>
          </p:contentPart>
        </mc:Choice>
        <mc:Fallback>
          <p:pic>
            <p:nvPicPr>
              <p:cNvPr id="21" name="Entrada de lápiz 20">
                <a:extLst>
                  <a:ext uri="{FF2B5EF4-FFF2-40B4-BE49-F238E27FC236}">
                    <a16:creationId xmlns:a16="http://schemas.microsoft.com/office/drawing/2014/main" id="{C3A2BD43-5DFE-9B76-480E-6089ED8202F6}"/>
                  </a:ext>
                </a:extLst>
              </p:cNvPr>
              <p:cNvPicPr/>
              <p:nvPr/>
            </p:nvPicPr>
            <p:blipFill>
              <a:blip r:embed="rId31"/>
              <a:stretch>
                <a:fillRect/>
              </a:stretch>
            </p:blipFill>
            <p:spPr>
              <a:xfrm>
                <a:off x="9899563" y="3958448"/>
                <a:ext cx="38520" cy="44640"/>
              </a:xfrm>
              <a:prstGeom prst="rect">
                <a:avLst/>
              </a:prstGeom>
            </p:spPr>
          </p:pic>
        </mc:Fallback>
      </mc:AlternateContent>
    </p:spTree>
    <p:extLst>
      <p:ext uri="{BB962C8B-B14F-4D97-AF65-F5344CB8AC3E}">
        <p14:creationId xmlns:p14="http://schemas.microsoft.com/office/powerpoint/2010/main" val="1718251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E09FF86-A7AA-A813-7880-AACF4416FADD}"/>
              </a:ext>
            </a:extLst>
          </p:cNvPr>
          <p:cNvSpPr>
            <a:spLocks noGrp="1"/>
          </p:cNvSpPr>
          <p:nvPr>
            <p:ph idx="1"/>
          </p:nvPr>
        </p:nvSpPr>
        <p:spPr>
          <a:xfrm>
            <a:off x="838200" y="344774"/>
            <a:ext cx="10515600" cy="5836570"/>
          </a:xfrm>
        </p:spPr>
        <p:txBody>
          <a:bodyPr/>
          <a:lstStyle/>
          <a:p>
            <a:pPr marL="0" indent="0">
              <a:buNone/>
            </a:pPr>
            <a:r>
              <a:rPr lang="es-ES" dirty="0"/>
              <a:t>n = periodo		F = Futuro		P = presente	i = rendimiento</a:t>
            </a:r>
          </a:p>
          <a:p>
            <a:pPr marL="0" indent="0">
              <a:buNone/>
            </a:pPr>
            <a:endParaRPr lang="es-GT" dirty="0"/>
          </a:p>
        </p:txBody>
      </p:sp>
      <mc:AlternateContent xmlns:mc="http://schemas.openxmlformats.org/markup-compatibility/2006">
        <mc:Choice xmlns:p14="http://schemas.microsoft.com/office/powerpoint/2010/main" xmlns:aink="http://schemas.microsoft.com/office/drawing/2016/ink" Requires="p14 aink">
          <p:contentPart p14:bwMode="auto" r:id="rId2">
            <p14:nvContentPartPr>
              <p14:cNvPr id="5" name="Entrada de lápiz 4">
                <a:extLst>
                  <a:ext uri="{FF2B5EF4-FFF2-40B4-BE49-F238E27FC236}">
                    <a16:creationId xmlns:a16="http://schemas.microsoft.com/office/drawing/2014/main" id="{910C225C-FF18-83AD-E5B2-CC17A9E9516F}"/>
                  </a:ext>
                </a:extLst>
              </p14:cNvPr>
              <p14:cNvContentPartPr/>
              <p14:nvPr/>
            </p14:nvContentPartPr>
            <p14:xfrm>
              <a:off x="2128243" y="2112728"/>
              <a:ext cx="3610800" cy="1279080"/>
            </p14:xfrm>
          </p:contentPart>
        </mc:Choice>
        <mc:Fallback>
          <p:pic>
            <p:nvPicPr>
              <p:cNvPr id="5" name="Entrada de lápiz 4">
                <a:extLst>
                  <a:ext uri="{FF2B5EF4-FFF2-40B4-BE49-F238E27FC236}">
                    <a16:creationId xmlns:a16="http://schemas.microsoft.com/office/drawing/2014/main" id="{910C225C-FF18-83AD-E5B2-CC17A9E9516F}"/>
                  </a:ext>
                </a:extLst>
              </p:cNvPr>
              <p:cNvPicPr/>
              <p:nvPr/>
            </p:nvPicPr>
            <p:blipFill>
              <a:blip r:embed="rId3"/>
              <a:stretch>
                <a:fillRect/>
              </a:stretch>
            </p:blipFill>
            <p:spPr>
              <a:xfrm>
                <a:off x="2110603" y="2094728"/>
                <a:ext cx="3646440" cy="1314720"/>
              </a:xfrm>
              <a:prstGeom prst="rect">
                <a:avLst/>
              </a:prstGeom>
            </p:spPr>
          </p:pic>
        </mc:Fallback>
      </mc:AlternateContent>
      <p:grpSp>
        <p:nvGrpSpPr>
          <p:cNvPr id="8" name="Grupo 7">
            <a:extLst>
              <a:ext uri="{FF2B5EF4-FFF2-40B4-BE49-F238E27FC236}">
                <a16:creationId xmlns:a16="http://schemas.microsoft.com/office/drawing/2014/main" id="{354CAE29-7B86-4494-8F82-34F9F997B5ED}"/>
              </a:ext>
            </a:extLst>
          </p:cNvPr>
          <p:cNvGrpSpPr/>
          <p:nvPr/>
        </p:nvGrpSpPr>
        <p:grpSpPr>
          <a:xfrm>
            <a:off x="2263243" y="1978448"/>
            <a:ext cx="177840" cy="332640"/>
            <a:chOff x="2263243" y="1978448"/>
            <a:chExt cx="177840" cy="332640"/>
          </a:xfrm>
        </p:grpSpPr>
        <mc:AlternateContent xmlns:mc="http://schemas.openxmlformats.org/markup-compatibility/2006">
          <mc:Choice xmlns:p14="http://schemas.microsoft.com/office/powerpoint/2010/main" xmlns:aink="http://schemas.microsoft.com/office/drawing/2016/ink" Requires="p14 aink">
            <p:contentPart p14:bwMode="auto" r:id="rId4">
              <p14:nvContentPartPr>
                <p14:cNvPr id="6" name="Entrada de lápiz 5">
                  <a:extLst>
                    <a:ext uri="{FF2B5EF4-FFF2-40B4-BE49-F238E27FC236}">
                      <a16:creationId xmlns:a16="http://schemas.microsoft.com/office/drawing/2014/main" id="{47455B0B-90E9-5B33-4100-4B17C880794F}"/>
                    </a:ext>
                  </a:extLst>
                </p14:cNvPr>
                <p14:cNvContentPartPr/>
                <p14:nvPr/>
              </p14:nvContentPartPr>
              <p14:xfrm>
                <a:off x="2263243" y="2068448"/>
                <a:ext cx="166320" cy="242640"/>
              </p14:xfrm>
            </p:contentPart>
          </mc:Choice>
          <mc:Fallback>
            <p:pic>
              <p:nvPicPr>
                <p:cNvPr id="6" name="Entrada de lápiz 5">
                  <a:extLst>
                    <a:ext uri="{FF2B5EF4-FFF2-40B4-BE49-F238E27FC236}">
                      <a16:creationId xmlns:a16="http://schemas.microsoft.com/office/drawing/2014/main" id="{47455B0B-90E9-5B33-4100-4B17C880794F}"/>
                    </a:ext>
                  </a:extLst>
                </p:cNvPr>
                <p:cNvPicPr/>
                <p:nvPr/>
              </p:nvPicPr>
              <p:blipFill>
                <a:blip r:embed="rId5"/>
                <a:stretch>
                  <a:fillRect/>
                </a:stretch>
              </p:blipFill>
              <p:spPr>
                <a:xfrm>
                  <a:off x="2245603" y="2050808"/>
                  <a:ext cx="201960" cy="2782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6">
              <p14:nvContentPartPr>
                <p14:cNvPr id="7" name="Entrada de lápiz 6">
                  <a:extLst>
                    <a:ext uri="{FF2B5EF4-FFF2-40B4-BE49-F238E27FC236}">
                      <a16:creationId xmlns:a16="http://schemas.microsoft.com/office/drawing/2014/main" id="{F7601DE1-169C-2A00-0676-051BBD973A24}"/>
                    </a:ext>
                  </a:extLst>
                </p14:cNvPr>
                <p14:cNvContentPartPr/>
                <p14:nvPr/>
              </p14:nvContentPartPr>
              <p14:xfrm>
                <a:off x="2263243" y="1978448"/>
                <a:ext cx="177840" cy="45360"/>
              </p14:xfrm>
            </p:contentPart>
          </mc:Choice>
          <mc:Fallback>
            <p:pic>
              <p:nvPicPr>
                <p:cNvPr id="7" name="Entrada de lápiz 6">
                  <a:extLst>
                    <a:ext uri="{FF2B5EF4-FFF2-40B4-BE49-F238E27FC236}">
                      <a16:creationId xmlns:a16="http://schemas.microsoft.com/office/drawing/2014/main" id="{F7601DE1-169C-2A00-0676-051BBD973A24}"/>
                    </a:ext>
                  </a:extLst>
                </p:cNvPr>
                <p:cNvPicPr/>
                <p:nvPr/>
              </p:nvPicPr>
              <p:blipFill>
                <a:blip r:embed="rId7"/>
                <a:stretch>
                  <a:fillRect/>
                </a:stretch>
              </p:blipFill>
              <p:spPr>
                <a:xfrm>
                  <a:off x="2245603" y="1960448"/>
                  <a:ext cx="213480" cy="81000"/>
                </a:xfrm>
                <a:prstGeom prst="rect">
                  <a:avLst/>
                </a:prstGeom>
              </p:spPr>
            </p:pic>
          </mc:Fallback>
        </mc:AlternateContent>
      </p:grpSp>
      <mc:AlternateContent xmlns:mc="http://schemas.openxmlformats.org/markup-compatibility/2006">
        <mc:Choice xmlns:p14="http://schemas.microsoft.com/office/powerpoint/2010/main" xmlns:aink="http://schemas.microsoft.com/office/drawing/2016/ink" Requires="p14 aink">
          <p:contentPart p14:bwMode="auto" r:id="rId8">
            <p14:nvContentPartPr>
              <p14:cNvPr id="9" name="Entrada de lápiz 8">
                <a:extLst>
                  <a:ext uri="{FF2B5EF4-FFF2-40B4-BE49-F238E27FC236}">
                    <a16:creationId xmlns:a16="http://schemas.microsoft.com/office/drawing/2014/main" id="{C47CB4C4-4B08-AD78-94A2-8344DC5AD4AD}"/>
                  </a:ext>
                </a:extLst>
              </p14:cNvPr>
              <p14:cNvContentPartPr/>
              <p14:nvPr/>
            </p14:nvContentPartPr>
            <p14:xfrm>
              <a:off x="3358003" y="2353928"/>
              <a:ext cx="223200" cy="241200"/>
            </p14:xfrm>
          </p:contentPart>
        </mc:Choice>
        <mc:Fallback>
          <p:pic>
            <p:nvPicPr>
              <p:cNvPr id="9" name="Entrada de lápiz 8">
                <a:extLst>
                  <a:ext uri="{FF2B5EF4-FFF2-40B4-BE49-F238E27FC236}">
                    <a16:creationId xmlns:a16="http://schemas.microsoft.com/office/drawing/2014/main" id="{C47CB4C4-4B08-AD78-94A2-8344DC5AD4AD}"/>
                  </a:ext>
                </a:extLst>
              </p:cNvPr>
              <p:cNvPicPr/>
              <p:nvPr/>
            </p:nvPicPr>
            <p:blipFill>
              <a:blip r:embed="rId9"/>
              <a:stretch>
                <a:fillRect/>
              </a:stretch>
            </p:blipFill>
            <p:spPr>
              <a:xfrm>
                <a:off x="3340003" y="2335928"/>
                <a:ext cx="258840" cy="2768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0">
            <p14:nvContentPartPr>
              <p14:cNvPr id="10" name="Entrada de lápiz 9">
                <a:extLst>
                  <a:ext uri="{FF2B5EF4-FFF2-40B4-BE49-F238E27FC236}">
                    <a16:creationId xmlns:a16="http://schemas.microsoft.com/office/drawing/2014/main" id="{A733D9ED-A93F-D8A8-AB06-3137D3D9E899}"/>
                  </a:ext>
                </a:extLst>
              </p14:cNvPr>
              <p14:cNvContentPartPr/>
              <p14:nvPr/>
            </p14:nvContentPartPr>
            <p14:xfrm>
              <a:off x="3756523" y="2563088"/>
              <a:ext cx="20880" cy="6480"/>
            </p14:xfrm>
          </p:contentPart>
        </mc:Choice>
        <mc:Fallback>
          <p:pic>
            <p:nvPicPr>
              <p:cNvPr id="10" name="Entrada de lápiz 9">
                <a:extLst>
                  <a:ext uri="{FF2B5EF4-FFF2-40B4-BE49-F238E27FC236}">
                    <a16:creationId xmlns:a16="http://schemas.microsoft.com/office/drawing/2014/main" id="{A733D9ED-A93F-D8A8-AB06-3137D3D9E899}"/>
                  </a:ext>
                </a:extLst>
              </p:cNvPr>
              <p:cNvPicPr/>
              <p:nvPr/>
            </p:nvPicPr>
            <p:blipFill>
              <a:blip r:embed="rId11"/>
              <a:stretch>
                <a:fillRect/>
              </a:stretch>
            </p:blipFill>
            <p:spPr>
              <a:xfrm>
                <a:off x="3738883" y="2545448"/>
                <a:ext cx="56520" cy="421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2">
            <p14:nvContentPartPr>
              <p14:cNvPr id="11" name="Entrada de lápiz 10">
                <a:extLst>
                  <a:ext uri="{FF2B5EF4-FFF2-40B4-BE49-F238E27FC236}">
                    <a16:creationId xmlns:a16="http://schemas.microsoft.com/office/drawing/2014/main" id="{3E7F91B3-A256-E4D8-F5DA-5C37BD4D8AE8}"/>
                  </a:ext>
                </a:extLst>
              </p14:cNvPr>
              <p14:cNvContentPartPr/>
              <p14:nvPr/>
            </p14:nvContentPartPr>
            <p14:xfrm>
              <a:off x="3963163" y="2308208"/>
              <a:ext cx="220320" cy="347760"/>
            </p14:xfrm>
          </p:contentPart>
        </mc:Choice>
        <mc:Fallback>
          <p:pic>
            <p:nvPicPr>
              <p:cNvPr id="11" name="Entrada de lápiz 10">
                <a:extLst>
                  <a:ext uri="{FF2B5EF4-FFF2-40B4-BE49-F238E27FC236}">
                    <a16:creationId xmlns:a16="http://schemas.microsoft.com/office/drawing/2014/main" id="{3E7F91B3-A256-E4D8-F5DA-5C37BD4D8AE8}"/>
                  </a:ext>
                </a:extLst>
              </p:cNvPr>
              <p:cNvPicPr/>
              <p:nvPr/>
            </p:nvPicPr>
            <p:blipFill>
              <a:blip r:embed="rId13"/>
              <a:stretch>
                <a:fillRect/>
              </a:stretch>
            </p:blipFill>
            <p:spPr>
              <a:xfrm>
                <a:off x="3945523" y="2290568"/>
                <a:ext cx="255960" cy="3834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4">
            <p14:nvContentPartPr>
              <p14:cNvPr id="12" name="Entrada de lápiz 11">
                <a:extLst>
                  <a:ext uri="{FF2B5EF4-FFF2-40B4-BE49-F238E27FC236}">
                    <a16:creationId xmlns:a16="http://schemas.microsoft.com/office/drawing/2014/main" id="{C4907151-956A-93F3-F8E9-3E25B88138AF}"/>
                  </a:ext>
                </a:extLst>
              </p14:cNvPr>
              <p14:cNvContentPartPr/>
              <p14:nvPr/>
            </p14:nvContentPartPr>
            <p14:xfrm>
              <a:off x="4271323" y="2284448"/>
              <a:ext cx="272160" cy="325080"/>
            </p14:xfrm>
          </p:contentPart>
        </mc:Choice>
        <mc:Fallback>
          <p:pic>
            <p:nvPicPr>
              <p:cNvPr id="12" name="Entrada de lápiz 11">
                <a:extLst>
                  <a:ext uri="{FF2B5EF4-FFF2-40B4-BE49-F238E27FC236}">
                    <a16:creationId xmlns:a16="http://schemas.microsoft.com/office/drawing/2014/main" id="{C4907151-956A-93F3-F8E9-3E25B88138AF}"/>
                  </a:ext>
                </a:extLst>
              </p:cNvPr>
              <p:cNvPicPr/>
              <p:nvPr/>
            </p:nvPicPr>
            <p:blipFill>
              <a:blip r:embed="rId15"/>
              <a:stretch>
                <a:fillRect/>
              </a:stretch>
            </p:blipFill>
            <p:spPr>
              <a:xfrm>
                <a:off x="4253683" y="2266448"/>
                <a:ext cx="307800" cy="3607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6">
            <p14:nvContentPartPr>
              <p14:cNvPr id="13" name="Entrada de lápiz 12">
                <a:extLst>
                  <a:ext uri="{FF2B5EF4-FFF2-40B4-BE49-F238E27FC236}">
                    <a16:creationId xmlns:a16="http://schemas.microsoft.com/office/drawing/2014/main" id="{0EAA24B9-CFC8-DFF3-90FE-7CE65C1F4A86}"/>
                  </a:ext>
                </a:extLst>
              </p14:cNvPr>
              <p14:cNvContentPartPr/>
              <p14:nvPr/>
            </p14:nvContentPartPr>
            <p14:xfrm>
              <a:off x="3282403" y="2832008"/>
              <a:ext cx="1633680" cy="61200"/>
            </p14:xfrm>
          </p:contentPart>
        </mc:Choice>
        <mc:Fallback>
          <p:pic>
            <p:nvPicPr>
              <p:cNvPr id="13" name="Entrada de lápiz 12">
                <a:extLst>
                  <a:ext uri="{FF2B5EF4-FFF2-40B4-BE49-F238E27FC236}">
                    <a16:creationId xmlns:a16="http://schemas.microsoft.com/office/drawing/2014/main" id="{0EAA24B9-CFC8-DFF3-90FE-7CE65C1F4A86}"/>
                  </a:ext>
                </a:extLst>
              </p:cNvPr>
              <p:cNvPicPr/>
              <p:nvPr/>
            </p:nvPicPr>
            <p:blipFill>
              <a:blip r:embed="rId17"/>
              <a:stretch>
                <a:fillRect/>
              </a:stretch>
            </p:blipFill>
            <p:spPr>
              <a:xfrm>
                <a:off x="3264763" y="2814368"/>
                <a:ext cx="1669320" cy="968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8">
            <p14:nvContentPartPr>
              <p14:cNvPr id="14" name="Entrada de lápiz 13">
                <a:extLst>
                  <a:ext uri="{FF2B5EF4-FFF2-40B4-BE49-F238E27FC236}">
                    <a16:creationId xmlns:a16="http://schemas.microsoft.com/office/drawing/2014/main" id="{D1ACF36A-3A95-F03B-3B77-4BA75A3CB902}"/>
                  </a:ext>
                </a:extLst>
              </p14:cNvPr>
              <p14:cNvContentPartPr/>
              <p14:nvPr/>
            </p14:nvContentPartPr>
            <p14:xfrm>
              <a:off x="3957403" y="3012008"/>
              <a:ext cx="321840" cy="261720"/>
            </p14:xfrm>
          </p:contentPart>
        </mc:Choice>
        <mc:Fallback>
          <p:pic>
            <p:nvPicPr>
              <p:cNvPr id="14" name="Entrada de lápiz 13">
                <a:extLst>
                  <a:ext uri="{FF2B5EF4-FFF2-40B4-BE49-F238E27FC236}">
                    <a16:creationId xmlns:a16="http://schemas.microsoft.com/office/drawing/2014/main" id="{D1ACF36A-3A95-F03B-3B77-4BA75A3CB902}"/>
                  </a:ext>
                </a:extLst>
              </p:cNvPr>
              <p:cNvPicPr/>
              <p:nvPr/>
            </p:nvPicPr>
            <p:blipFill>
              <a:blip r:embed="rId19"/>
              <a:stretch>
                <a:fillRect/>
              </a:stretch>
            </p:blipFill>
            <p:spPr>
              <a:xfrm>
                <a:off x="3939403" y="2994368"/>
                <a:ext cx="357480" cy="297360"/>
              </a:xfrm>
              <a:prstGeom prst="rect">
                <a:avLst/>
              </a:prstGeom>
            </p:spPr>
          </p:pic>
        </mc:Fallback>
      </mc:AlternateContent>
      <p:grpSp>
        <p:nvGrpSpPr>
          <p:cNvPr id="17" name="Grupo 16">
            <a:extLst>
              <a:ext uri="{FF2B5EF4-FFF2-40B4-BE49-F238E27FC236}">
                <a16:creationId xmlns:a16="http://schemas.microsoft.com/office/drawing/2014/main" id="{2F334B5B-3597-40A4-D646-A2667C45E411}"/>
              </a:ext>
            </a:extLst>
          </p:cNvPr>
          <p:cNvGrpSpPr/>
          <p:nvPr/>
        </p:nvGrpSpPr>
        <p:grpSpPr>
          <a:xfrm>
            <a:off x="6115963" y="2368688"/>
            <a:ext cx="716400" cy="615600"/>
            <a:chOff x="6115963" y="2368688"/>
            <a:chExt cx="716400" cy="615600"/>
          </a:xfrm>
        </p:grpSpPr>
        <mc:AlternateContent xmlns:mc="http://schemas.openxmlformats.org/markup-compatibility/2006">
          <mc:Choice xmlns:p14="http://schemas.microsoft.com/office/powerpoint/2010/main" xmlns:aink="http://schemas.microsoft.com/office/drawing/2016/ink" Requires="p14 aink">
            <p:contentPart p14:bwMode="auto" r:id="rId20">
              <p14:nvContentPartPr>
                <p14:cNvPr id="15" name="Entrada de lápiz 14">
                  <a:extLst>
                    <a:ext uri="{FF2B5EF4-FFF2-40B4-BE49-F238E27FC236}">
                      <a16:creationId xmlns:a16="http://schemas.microsoft.com/office/drawing/2014/main" id="{E05A2B24-7801-158D-3755-9EA765C24D58}"/>
                    </a:ext>
                  </a:extLst>
                </p14:cNvPr>
                <p14:cNvContentPartPr/>
                <p14:nvPr/>
              </p14:nvContentPartPr>
              <p14:xfrm>
                <a:off x="6115963" y="2817968"/>
                <a:ext cx="298080" cy="360"/>
              </p14:xfrm>
            </p:contentPart>
          </mc:Choice>
          <mc:Fallback>
            <p:pic>
              <p:nvPicPr>
                <p:cNvPr id="15" name="Entrada de lápiz 14">
                  <a:extLst>
                    <a:ext uri="{FF2B5EF4-FFF2-40B4-BE49-F238E27FC236}">
                      <a16:creationId xmlns:a16="http://schemas.microsoft.com/office/drawing/2014/main" id="{E05A2B24-7801-158D-3755-9EA765C24D58}"/>
                    </a:ext>
                  </a:extLst>
                </p:cNvPr>
                <p:cNvPicPr/>
                <p:nvPr/>
              </p:nvPicPr>
              <p:blipFill>
                <a:blip r:embed="rId21"/>
                <a:stretch>
                  <a:fillRect/>
                </a:stretch>
              </p:blipFill>
              <p:spPr>
                <a:xfrm>
                  <a:off x="6097963" y="2800328"/>
                  <a:ext cx="333720" cy="3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2">
              <p14:nvContentPartPr>
                <p14:cNvPr id="16" name="Entrada de lápiz 15">
                  <a:extLst>
                    <a:ext uri="{FF2B5EF4-FFF2-40B4-BE49-F238E27FC236}">
                      <a16:creationId xmlns:a16="http://schemas.microsoft.com/office/drawing/2014/main" id="{CA1EEB74-5F8A-B41A-D688-0DF9DB1C366D}"/>
                    </a:ext>
                  </a:extLst>
                </p14:cNvPr>
                <p14:cNvContentPartPr/>
                <p14:nvPr/>
              </p14:nvContentPartPr>
              <p14:xfrm>
                <a:off x="6640483" y="2368688"/>
                <a:ext cx="191880" cy="615600"/>
              </p14:xfrm>
            </p:contentPart>
          </mc:Choice>
          <mc:Fallback>
            <p:pic>
              <p:nvPicPr>
                <p:cNvPr id="16" name="Entrada de lápiz 15">
                  <a:extLst>
                    <a:ext uri="{FF2B5EF4-FFF2-40B4-BE49-F238E27FC236}">
                      <a16:creationId xmlns:a16="http://schemas.microsoft.com/office/drawing/2014/main" id="{CA1EEB74-5F8A-B41A-D688-0DF9DB1C366D}"/>
                    </a:ext>
                  </a:extLst>
                </p:cNvPr>
                <p:cNvPicPr/>
                <p:nvPr/>
              </p:nvPicPr>
              <p:blipFill>
                <a:blip r:embed="rId23"/>
                <a:stretch>
                  <a:fillRect/>
                </a:stretch>
              </p:blipFill>
              <p:spPr>
                <a:xfrm>
                  <a:off x="6622843" y="2351048"/>
                  <a:ext cx="227520" cy="651240"/>
                </a:xfrm>
                <a:prstGeom prst="rect">
                  <a:avLst/>
                </a:prstGeom>
              </p:spPr>
            </p:pic>
          </mc:Fallback>
        </mc:AlternateContent>
      </p:grpSp>
      <p:grpSp>
        <p:nvGrpSpPr>
          <p:cNvPr id="20" name="Grupo 19">
            <a:extLst>
              <a:ext uri="{FF2B5EF4-FFF2-40B4-BE49-F238E27FC236}">
                <a16:creationId xmlns:a16="http://schemas.microsoft.com/office/drawing/2014/main" id="{92A17050-872B-8F00-1FF2-86396E46DC8F}"/>
              </a:ext>
            </a:extLst>
          </p:cNvPr>
          <p:cNvGrpSpPr/>
          <p:nvPr/>
        </p:nvGrpSpPr>
        <p:grpSpPr>
          <a:xfrm>
            <a:off x="7854763" y="2532128"/>
            <a:ext cx="343080" cy="137160"/>
            <a:chOff x="7854763" y="2532128"/>
            <a:chExt cx="343080" cy="137160"/>
          </a:xfrm>
        </p:grpSpPr>
        <mc:AlternateContent xmlns:mc="http://schemas.openxmlformats.org/markup-compatibility/2006">
          <mc:Choice xmlns:p14="http://schemas.microsoft.com/office/powerpoint/2010/main" xmlns:aink="http://schemas.microsoft.com/office/drawing/2016/ink" Requires="p14 aink">
            <p:contentPart p14:bwMode="auto" r:id="rId24">
              <p14:nvContentPartPr>
                <p14:cNvPr id="18" name="Entrada de lápiz 17">
                  <a:extLst>
                    <a:ext uri="{FF2B5EF4-FFF2-40B4-BE49-F238E27FC236}">
                      <a16:creationId xmlns:a16="http://schemas.microsoft.com/office/drawing/2014/main" id="{C691FF6D-748C-9EAE-D339-D1F1A89E68F9}"/>
                    </a:ext>
                  </a:extLst>
                </p14:cNvPr>
                <p14:cNvContentPartPr/>
                <p14:nvPr/>
              </p14:nvContentPartPr>
              <p14:xfrm>
                <a:off x="7854763" y="2532128"/>
                <a:ext cx="273240" cy="31680"/>
              </p14:xfrm>
            </p:contentPart>
          </mc:Choice>
          <mc:Fallback>
            <p:pic>
              <p:nvPicPr>
                <p:cNvPr id="18" name="Entrada de lápiz 17">
                  <a:extLst>
                    <a:ext uri="{FF2B5EF4-FFF2-40B4-BE49-F238E27FC236}">
                      <a16:creationId xmlns:a16="http://schemas.microsoft.com/office/drawing/2014/main" id="{C691FF6D-748C-9EAE-D339-D1F1A89E68F9}"/>
                    </a:ext>
                  </a:extLst>
                </p:cNvPr>
                <p:cNvPicPr/>
                <p:nvPr/>
              </p:nvPicPr>
              <p:blipFill>
                <a:blip r:embed="rId25"/>
                <a:stretch>
                  <a:fillRect/>
                </a:stretch>
              </p:blipFill>
              <p:spPr>
                <a:xfrm>
                  <a:off x="7836763" y="2514128"/>
                  <a:ext cx="308880" cy="673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6">
              <p14:nvContentPartPr>
                <p14:cNvPr id="19" name="Entrada de lápiz 18">
                  <a:extLst>
                    <a:ext uri="{FF2B5EF4-FFF2-40B4-BE49-F238E27FC236}">
                      <a16:creationId xmlns:a16="http://schemas.microsoft.com/office/drawing/2014/main" id="{75390878-D3C9-6E9E-3361-03E9EA80145C}"/>
                    </a:ext>
                  </a:extLst>
                </p14:cNvPr>
                <p14:cNvContentPartPr/>
                <p14:nvPr/>
              </p14:nvContentPartPr>
              <p14:xfrm>
                <a:off x="7854763" y="2653448"/>
                <a:ext cx="343080" cy="15840"/>
              </p14:xfrm>
            </p:contentPart>
          </mc:Choice>
          <mc:Fallback>
            <p:pic>
              <p:nvPicPr>
                <p:cNvPr id="19" name="Entrada de lápiz 18">
                  <a:extLst>
                    <a:ext uri="{FF2B5EF4-FFF2-40B4-BE49-F238E27FC236}">
                      <a16:creationId xmlns:a16="http://schemas.microsoft.com/office/drawing/2014/main" id="{75390878-D3C9-6E9E-3361-03E9EA80145C}"/>
                    </a:ext>
                  </a:extLst>
                </p:cNvPr>
                <p:cNvPicPr/>
                <p:nvPr/>
              </p:nvPicPr>
              <p:blipFill>
                <a:blip r:embed="rId27"/>
                <a:stretch>
                  <a:fillRect/>
                </a:stretch>
              </p:blipFill>
              <p:spPr>
                <a:xfrm>
                  <a:off x="7836763" y="2635448"/>
                  <a:ext cx="378720" cy="514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8">
            <p14:nvContentPartPr>
              <p14:cNvPr id="22" name="Entrada de lápiz 21">
                <a:extLst>
                  <a:ext uri="{FF2B5EF4-FFF2-40B4-BE49-F238E27FC236}">
                    <a16:creationId xmlns:a16="http://schemas.microsoft.com/office/drawing/2014/main" id="{D24CFA10-D4CE-10CD-EC0D-87DBCBF38026}"/>
                  </a:ext>
                </a:extLst>
              </p14:cNvPr>
              <p14:cNvContentPartPr/>
              <p14:nvPr/>
            </p14:nvContentPartPr>
            <p14:xfrm>
              <a:off x="1736563" y="4076528"/>
              <a:ext cx="318240" cy="437400"/>
            </p14:xfrm>
          </p:contentPart>
        </mc:Choice>
        <mc:Fallback>
          <p:pic>
            <p:nvPicPr>
              <p:cNvPr id="22" name="Entrada de lápiz 21">
                <a:extLst>
                  <a:ext uri="{FF2B5EF4-FFF2-40B4-BE49-F238E27FC236}">
                    <a16:creationId xmlns:a16="http://schemas.microsoft.com/office/drawing/2014/main" id="{D24CFA10-D4CE-10CD-EC0D-87DBCBF38026}"/>
                  </a:ext>
                </a:extLst>
              </p:cNvPr>
              <p:cNvPicPr/>
              <p:nvPr/>
            </p:nvPicPr>
            <p:blipFill>
              <a:blip r:embed="rId29"/>
              <a:stretch>
                <a:fillRect/>
              </a:stretch>
            </p:blipFill>
            <p:spPr>
              <a:xfrm>
                <a:off x="1727923" y="4067528"/>
                <a:ext cx="335880" cy="4550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3" name="Entrada de lápiz 22">
                <a:extLst>
                  <a:ext uri="{FF2B5EF4-FFF2-40B4-BE49-F238E27FC236}">
                    <a16:creationId xmlns:a16="http://schemas.microsoft.com/office/drawing/2014/main" id="{C4D95DB4-87C9-7E77-6738-126E156A6EB1}"/>
                  </a:ext>
                </a:extLst>
              </p14:cNvPr>
              <p14:cNvContentPartPr/>
              <p14:nvPr/>
            </p14:nvContentPartPr>
            <p14:xfrm>
              <a:off x="2123203" y="4470368"/>
              <a:ext cx="81360" cy="53280"/>
            </p14:xfrm>
          </p:contentPart>
        </mc:Choice>
        <mc:Fallback>
          <p:pic>
            <p:nvPicPr>
              <p:cNvPr id="23" name="Entrada de lápiz 22">
                <a:extLst>
                  <a:ext uri="{FF2B5EF4-FFF2-40B4-BE49-F238E27FC236}">
                    <a16:creationId xmlns:a16="http://schemas.microsoft.com/office/drawing/2014/main" id="{C4D95DB4-87C9-7E77-6738-126E156A6EB1}"/>
                  </a:ext>
                </a:extLst>
              </p:cNvPr>
              <p:cNvPicPr/>
              <p:nvPr/>
            </p:nvPicPr>
            <p:blipFill>
              <a:blip r:embed="rId31"/>
              <a:stretch>
                <a:fillRect/>
              </a:stretch>
            </p:blipFill>
            <p:spPr>
              <a:xfrm>
                <a:off x="2114563" y="4461728"/>
                <a:ext cx="99000" cy="709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4" name="Entrada de lápiz 23">
                <a:extLst>
                  <a:ext uri="{FF2B5EF4-FFF2-40B4-BE49-F238E27FC236}">
                    <a16:creationId xmlns:a16="http://schemas.microsoft.com/office/drawing/2014/main" id="{1DCACA9E-9225-BE07-78B4-5F0CF180ED4E}"/>
                  </a:ext>
                </a:extLst>
              </p14:cNvPr>
              <p14:cNvContentPartPr/>
              <p14:nvPr/>
            </p14:nvContentPartPr>
            <p14:xfrm>
              <a:off x="2441443" y="4167248"/>
              <a:ext cx="289800" cy="407160"/>
            </p14:xfrm>
          </p:contentPart>
        </mc:Choice>
        <mc:Fallback>
          <p:pic>
            <p:nvPicPr>
              <p:cNvPr id="24" name="Entrada de lápiz 23">
                <a:extLst>
                  <a:ext uri="{FF2B5EF4-FFF2-40B4-BE49-F238E27FC236}">
                    <a16:creationId xmlns:a16="http://schemas.microsoft.com/office/drawing/2014/main" id="{1DCACA9E-9225-BE07-78B4-5F0CF180ED4E}"/>
                  </a:ext>
                </a:extLst>
              </p:cNvPr>
              <p:cNvPicPr/>
              <p:nvPr/>
            </p:nvPicPr>
            <p:blipFill>
              <a:blip r:embed="rId33"/>
              <a:stretch>
                <a:fillRect/>
              </a:stretch>
            </p:blipFill>
            <p:spPr>
              <a:xfrm>
                <a:off x="2432443" y="4158248"/>
                <a:ext cx="307440" cy="4248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5" name="Entrada de lápiz 24">
                <a:extLst>
                  <a:ext uri="{FF2B5EF4-FFF2-40B4-BE49-F238E27FC236}">
                    <a16:creationId xmlns:a16="http://schemas.microsoft.com/office/drawing/2014/main" id="{A63CD9FE-220E-15B1-C60C-C141902A304B}"/>
                  </a:ext>
                </a:extLst>
              </p14:cNvPr>
              <p14:cNvContentPartPr/>
              <p14:nvPr/>
            </p14:nvContentPartPr>
            <p14:xfrm>
              <a:off x="2847883" y="4167248"/>
              <a:ext cx="213840" cy="333360"/>
            </p14:xfrm>
          </p:contentPart>
        </mc:Choice>
        <mc:Fallback>
          <p:pic>
            <p:nvPicPr>
              <p:cNvPr id="25" name="Entrada de lápiz 24">
                <a:extLst>
                  <a:ext uri="{FF2B5EF4-FFF2-40B4-BE49-F238E27FC236}">
                    <a16:creationId xmlns:a16="http://schemas.microsoft.com/office/drawing/2014/main" id="{A63CD9FE-220E-15B1-C60C-C141902A304B}"/>
                  </a:ext>
                </a:extLst>
              </p:cNvPr>
              <p:cNvPicPr/>
              <p:nvPr/>
            </p:nvPicPr>
            <p:blipFill>
              <a:blip r:embed="rId35"/>
              <a:stretch>
                <a:fillRect/>
              </a:stretch>
            </p:blipFill>
            <p:spPr>
              <a:xfrm>
                <a:off x="2839243" y="4158248"/>
                <a:ext cx="231480" cy="351000"/>
              </a:xfrm>
              <a:prstGeom prst="rect">
                <a:avLst/>
              </a:prstGeom>
            </p:spPr>
          </p:pic>
        </mc:Fallback>
      </mc:AlternateContent>
      <p:grpSp>
        <p:nvGrpSpPr>
          <p:cNvPr id="30" name="Grupo 29">
            <a:extLst>
              <a:ext uri="{FF2B5EF4-FFF2-40B4-BE49-F238E27FC236}">
                <a16:creationId xmlns:a16="http://schemas.microsoft.com/office/drawing/2014/main" id="{7DBA0559-FF1A-F7A4-A2F1-355A108C5FD1}"/>
              </a:ext>
            </a:extLst>
          </p:cNvPr>
          <p:cNvGrpSpPr/>
          <p:nvPr/>
        </p:nvGrpSpPr>
        <p:grpSpPr>
          <a:xfrm>
            <a:off x="3131923" y="4137008"/>
            <a:ext cx="524160" cy="466920"/>
            <a:chOff x="3131923" y="4137008"/>
            <a:chExt cx="524160" cy="466920"/>
          </a:xfrm>
        </p:grpSpPr>
        <mc:AlternateContent xmlns:mc="http://schemas.openxmlformats.org/markup-compatibility/2006">
          <mc:Choice xmlns:p14="http://schemas.microsoft.com/office/powerpoint/2010/main" Requires="p14">
            <p:contentPart p14:bwMode="auto" r:id="rId36">
              <p14:nvContentPartPr>
                <p14:cNvPr id="26" name="Entrada de lápiz 25">
                  <a:extLst>
                    <a:ext uri="{FF2B5EF4-FFF2-40B4-BE49-F238E27FC236}">
                      <a16:creationId xmlns:a16="http://schemas.microsoft.com/office/drawing/2014/main" id="{9BD26678-78E5-5C9F-301F-B3823F52E743}"/>
                    </a:ext>
                  </a:extLst>
                </p14:cNvPr>
                <p14:cNvContentPartPr/>
                <p14:nvPr/>
              </p14:nvContentPartPr>
              <p14:xfrm>
                <a:off x="3131923" y="4137008"/>
                <a:ext cx="212040" cy="183240"/>
              </p14:xfrm>
            </p:contentPart>
          </mc:Choice>
          <mc:Fallback>
            <p:pic>
              <p:nvPicPr>
                <p:cNvPr id="26" name="Entrada de lápiz 25">
                  <a:extLst>
                    <a:ext uri="{FF2B5EF4-FFF2-40B4-BE49-F238E27FC236}">
                      <a16:creationId xmlns:a16="http://schemas.microsoft.com/office/drawing/2014/main" id="{9BD26678-78E5-5C9F-301F-B3823F52E743}"/>
                    </a:ext>
                  </a:extLst>
                </p:cNvPr>
                <p:cNvPicPr/>
                <p:nvPr/>
              </p:nvPicPr>
              <p:blipFill>
                <a:blip r:embed="rId37"/>
                <a:stretch>
                  <a:fillRect/>
                </a:stretch>
              </p:blipFill>
              <p:spPr>
                <a:xfrm>
                  <a:off x="3123283" y="4128368"/>
                  <a:ext cx="22968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7" name="Entrada de lápiz 26">
                  <a:extLst>
                    <a:ext uri="{FF2B5EF4-FFF2-40B4-BE49-F238E27FC236}">
                      <a16:creationId xmlns:a16="http://schemas.microsoft.com/office/drawing/2014/main" id="{F4B37CB8-9F5E-3A1D-87D7-0F01A1159D33}"/>
                    </a:ext>
                  </a:extLst>
                </p14:cNvPr>
                <p14:cNvContentPartPr/>
                <p14:nvPr/>
              </p14:nvContentPartPr>
              <p14:xfrm>
                <a:off x="3342523" y="4211888"/>
                <a:ext cx="15840" cy="343440"/>
              </p14:xfrm>
            </p:contentPart>
          </mc:Choice>
          <mc:Fallback>
            <p:pic>
              <p:nvPicPr>
                <p:cNvPr id="27" name="Entrada de lápiz 26">
                  <a:extLst>
                    <a:ext uri="{FF2B5EF4-FFF2-40B4-BE49-F238E27FC236}">
                      <a16:creationId xmlns:a16="http://schemas.microsoft.com/office/drawing/2014/main" id="{F4B37CB8-9F5E-3A1D-87D7-0F01A1159D33}"/>
                    </a:ext>
                  </a:extLst>
                </p:cNvPr>
                <p:cNvPicPr/>
                <p:nvPr/>
              </p:nvPicPr>
              <p:blipFill>
                <a:blip r:embed="rId39"/>
                <a:stretch>
                  <a:fillRect/>
                </a:stretch>
              </p:blipFill>
              <p:spPr>
                <a:xfrm>
                  <a:off x="3333883" y="4202888"/>
                  <a:ext cx="33480" cy="3610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9" name="Entrada de lápiz 28">
                  <a:extLst>
                    <a:ext uri="{FF2B5EF4-FFF2-40B4-BE49-F238E27FC236}">
                      <a16:creationId xmlns:a16="http://schemas.microsoft.com/office/drawing/2014/main" id="{16D84FB6-A00B-8C70-8A64-9727F3C3A138}"/>
                    </a:ext>
                  </a:extLst>
                </p14:cNvPr>
                <p14:cNvContentPartPr/>
                <p14:nvPr/>
              </p14:nvContentPartPr>
              <p14:xfrm>
                <a:off x="3460603" y="4182008"/>
                <a:ext cx="195480" cy="421920"/>
              </p14:xfrm>
            </p:contentPart>
          </mc:Choice>
          <mc:Fallback>
            <p:pic>
              <p:nvPicPr>
                <p:cNvPr id="29" name="Entrada de lápiz 28">
                  <a:extLst>
                    <a:ext uri="{FF2B5EF4-FFF2-40B4-BE49-F238E27FC236}">
                      <a16:creationId xmlns:a16="http://schemas.microsoft.com/office/drawing/2014/main" id="{16D84FB6-A00B-8C70-8A64-9727F3C3A138}"/>
                    </a:ext>
                  </a:extLst>
                </p:cNvPr>
                <p:cNvPicPr/>
                <p:nvPr/>
              </p:nvPicPr>
              <p:blipFill>
                <a:blip r:embed="rId41"/>
                <a:stretch>
                  <a:fillRect/>
                </a:stretch>
              </p:blipFill>
              <p:spPr>
                <a:xfrm>
                  <a:off x="3451603" y="4173008"/>
                  <a:ext cx="213120" cy="4395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2">
            <p14:nvContentPartPr>
              <p14:cNvPr id="31" name="Entrada de lápiz 30">
                <a:extLst>
                  <a:ext uri="{FF2B5EF4-FFF2-40B4-BE49-F238E27FC236}">
                    <a16:creationId xmlns:a16="http://schemas.microsoft.com/office/drawing/2014/main" id="{21F09AF8-86D4-305B-C851-12E86FC29FF5}"/>
                  </a:ext>
                </a:extLst>
              </p14:cNvPr>
              <p14:cNvContentPartPr/>
              <p14:nvPr/>
            </p14:nvContentPartPr>
            <p14:xfrm>
              <a:off x="3762283" y="4197128"/>
              <a:ext cx="360" cy="388080"/>
            </p14:xfrm>
          </p:contentPart>
        </mc:Choice>
        <mc:Fallback>
          <p:pic>
            <p:nvPicPr>
              <p:cNvPr id="31" name="Entrada de lápiz 30">
                <a:extLst>
                  <a:ext uri="{FF2B5EF4-FFF2-40B4-BE49-F238E27FC236}">
                    <a16:creationId xmlns:a16="http://schemas.microsoft.com/office/drawing/2014/main" id="{21F09AF8-86D4-305B-C851-12E86FC29FF5}"/>
                  </a:ext>
                </a:extLst>
              </p:cNvPr>
              <p:cNvPicPr/>
              <p:nvPr/>
            </p:nvPicPr>
            <p:blipFill>
              <a:blip r:embed="rId43"/>
              <a:stretch>
                <a:fillRect/>
              </a:stretch>
            </p:blipFill>
            <p:spPr>
              <a:xfrm>
                <a:off x="3753643" y="4188488"/>
                <a:ext cx="18000" cy="4057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4" name="Entrada de lápiz 33">
                <a:extLst>
                  <a:ext uri="{FF2B5EF4-FFF2-40B4-BE49-F238E27FC236}">
                    <a16:creationId xmlns:a16="http://schemas.microsoft.com/office/drawing/2014/main" id="{D234D524-9D29-10DF-0326-1D755FF277D3}"/>
                  </a:ext>
                </a:extLst>
              </p14:cNvPr>
              <p14:cNvContentPartPr/>
              <p14:nvPr/>
            </p14:nvContentPartPr>
            <p14:xfrm>
              <a:off x="3955243" y="4241768"/>
              <a:ext cx="289080" cy="347760"/>
            </p14:xfrm>
          </p:contentPart>
        </mc:Choice>
        <mc:Fallback>
          <p:pic>
            <p:nvPicPr>
              <p:cNvPr id="34" name="Entrada de lápiz 33">
                <a:extLst>
                  <a:ext uri="{FF2B5EF4-FFF2-40B4-BE49-F238E27FC236}">
                    <a16:creationId xmlns:a16="http://schemas.microsoft.com/office/drawing/2014/main" id="{D234D524-9D29-10DF-0326-1D755FF277D3}"/>
                  </a:ext>
                </a:extLst>
              </p:cNvPr>
              <p:cNvPicPr/>
              <p:nvPr/>
            </p:nvPicPr>
            <p:blipFill>
              <a:blip r:embed="rId45"/>
              <a:stretch>
                <a:fillRect/>
              </a:stretch>
            </p:blipFill>
            <p:spPr>
              <a:xfrm>
                <a:off x="3946603" y="4232768"/>
                <a:ext cx="306720" cy="365400"/>
              </a:xfrm>
              <a:prstGeom prst="rect">
                <a:avLst/>
              </a:prstGeom>
            </p:spPr>
          </p:pic>
        </mc:Fallback>
      </mc:AlternateContent>
      <p:grpSp>
        <p:nvGrpSpPr>
          <p:cNvPr id="42" name="Grupo 41">
            <a:extLst>
              <a:ext uri="{FF2B5EF4-FFF2-40B4-BE49-F238E27FC236}">
                <a16:creationId xmlns:a16="http://schemas.microsoft.com/office/drawing/2014/main" id="{2577AE88-D82A-AFB4-67ED-319F0995D9EC}"/>
              </a:ext>
            </a:extLst>
          </p:cNvPr>
          <p:cNvGrpSpPr/>
          <p:nvPr/>
        </p:nvGrpSpPr>
        <p:grpSpPr>
          <a:xfrm>
            <a:off x="4361683" y="4121168"/>
            <a:ext cx="1154160" cy="437040"/>
            <a:chOff x="4361683" y="4121168"/>
            <a:chExt cx="1154160" cy="437040"/>
          </a:xfrm>
        </p:grpSpPr>
        <mc:AlternateContent xmlns:mc="http://schemas.openxmlformats.org/markup-compatibility/2006">
          <mc:Choice xmlns:p14="http://schemas.microsoft.com/office/powerpoint/2010/main" Requires="p14">
            <p:contentPart p14:bwMode="auto" r:id="rId46">
              <p14:nvContentPartPr>
                <p14:cNvPr id="35" name="Entrada de lápiz 34">
                  <a:extLst>
                    <a:ext uri="{FF2B5EF4-FFF2-40B4-BE49-F238E27FC236}">
                      <a16:creationId xmlns:a16="http://schemas.microsoft.com/office/drawing/2014/main" id="{1926F3BE-EC6A-FBAB-CFC6-800449ECD960}"/>
                    </a:ext>
                  </a:extLst>
                </p14:cNvPr>
                <p14:cNvContentPartPr/>
                <p14:nvPr/>
              </p14:nvContentPartPr>
              <p14:xfrm>
                <a:off x="4361683" y="4210088"/>
                <a:ext cx="266400" cy="335520"/>
              </p14:xfrm>
            </p:contentPart>
          </mc:Choice>
          <mc:Fallback>
            <p:pic>
              <p:nvPicPr>
                <p:cNvPr id="35" name="Entrada de lápiz 34">
                  <a:extLst>
                    <a:ext uri="{FF2B5EF4-FFF2-40B4-BE49-F238E27FC236}">
                      <a16:creationId xmlns:a16="http://schemas.microsoft.com/office/drawing/2014/main" id="{1926F3BE-EC6A-FBAB-CFC6-800449ECD960}"/>
                    </a:ext>
                  </a:extLst>
                </p:cNvPr>
                <p:cNvPicPr/>
                <p:nvPr/>
              </p:nvPicPr>
              <p:blipFill>
                <a:blip r:embed="rId47"/>
                <a:stretch>
                  <a:fillRect/>
                </a:stretch>
              </p:blipFill>
              <p:spPr>
                <a:xfrm>
                  <a:off x="4353043" y="4201088"/>
                  <a:ext cx="284040" cy="3531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6" name="Entrada de lápiz 35">
                  <a:extLst>
                    <a:ext uri="{FF2B5EF4-FFF2-40B4-BE49-F238E27FC236}">
                      <a16:creationId xmlns:a16="http://schemas.microsoft.com/office/drawing/2014/main" id="{72F9B551-4426-9E6A-7E46-415DB45CA7FA}"/>
                    </a:ext>
                  </a:extLst>
                </p14:cNvPr>
                <p14:cNvContentPartPr/>
                <p14:nvPr/>
              </p14:nvContentPartPr>
              <p14:xfrm>
                <a:off x="4736803" y="4122248"/>
                <a:ext cx="236880" cy="406440"/>
              </p14:xfrm>
            </p:contentPart>
          </mc:Choice>
          <mc:Fallback>
            <p:pic>
              <p:nvPicPr>
                <p:cNvPr id="36" name="Entrada de lápiz 35">
                  <a:extLst>
                    <a:ext uri="{FF2B5EF4-FFF2-40B4-BE49-F238E27FC236}">
                      <a16:creationId xmlns:a16="http://schemas.microsoft.com/office/drawing/2014/main" id="{72F9B551-4426-9E6A-7E46-415DB45CA7FA}"/>
                    </a:ext>
                  </a:extLst>
                </p:cNvPr>
                <p:cNvPicPr/>
                <p:nvPr/>
              </p:nvPicPr>
              <p:blipFill>
                <a:blip r:embed="rId49"/>
                <a:stretch>
                  <a:fillRect/>
                </a:stretch>
              </p:blipFill>
              <p:spPr>
                <a:xfrm>
                  <a:off x="4728163" y="4113248"/>
                  <a:ext cx="254520" cy="4240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8" name="Entrada de lápiz 37">
                  <a:extLst>
                    <a:ext uri="{FF2B5EF4-FFF2-40B4-BE49-F238E27FC236}">
                      <a16:creationId xmlns:a16="http://schemas.microsoft.com/office/drawing/2014/main" id="{FBC2B959-2EFB-C4B0-05B5-24F96F116FCD}"/>
                    </a:ext>
                  </a:extLst>
                </p14:cNvPr>
                <p14:cNvContentPartPr/>
                <p14:nvPr/>
              </p14:nvContentPartPr>
              <p14:xfrm>
                <a:off x="4856323" y="4362008"/>
                <a:ext cx="238680" cy="360"/>
              </p14:xfrm>
            </p:contentPart>
          </mc:Choice>
          <mc:Fallback>
            <p:pic>
              <p:nvPicPr>
                <p:cNvPr id="38" name="Entrada de lápiz 37">
                  <a:extLst>
                    <a:ext uri="{FF2B5EF4-FFF2-40B4-BE49-F238E27FC236}">
                      <a16:creationId xmlns:a16="http://schemas.microsoft.com/office/drawing/2014/main" id="{FBC2B959-2EFB-C4B0-05B5-24F96F116FCD}"/>
                    </a:ext>
                  </a:extLst>
                </p:cNvPr>
                <p:cNvPicPr/>
                <p:nvPr/>
              </p:nvPicPr>
              <p:blipFill>
                <a:blip r:embed="rId51"/>
                <a:stretch>
                  <a:fillRect/>
                </a:stretch>
              </p:blipFill>
              <p:spPr>
                <a:xfrm>
                  <a:off x="4847683" y="4353008"/>
                  <a:ext cx="25632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9" name="Entrada de lápiz 38">
                  <a:extLst>
                    <a:ext uri="{FF2B5EF4-FFF2-40B4-BE49-F238E27FC236}">
                      <a16:creationId xmlns:a16="http://schemas.microsoft.com/office/drawing/2014/main" id="{9D1878DB-80F3-1907-4A60-4CA0BF4BFFE3}"/>
                    </a:ext>
                  </a:extLst>
                </p14:cNvPr>
                <p14:cNvContentPartPr/>
                <p14:nvPr/>
              </p14:nvContentPartPr>
              <p14:xfrm>
                <a:off x="5201563" y="4182008"/>
                <a:ext cx="270360" cy="376200"/>
              </p14:xfrm>
            </p:contentPart>
          </mc:Choice>
          <mc:Fallback>
            <p:pic>
              <p:nvPicPr>
                <p:cNvPr id="39" name="Entrada de lápiz 38">
                  <a:extLst>
                    <a:ext uri="{FF2B5EF4-FFF2-40B4-BE49-F238E27FC236}">
                      <a16:creationId xmlns:a16="http://schemas.microsoft.com/office/drawing/2014/main" id="{9D1878DB-80F3-1907-4A60-4CA0BF4BFFE3}"/>
                    </a:ext>
                  </a:extLst>
                </p:cNvPr>
                <p:cNvPicPr/>
                <p:nvPr/>
              </p:nvPicPr>
              <p:blipFill>
                <a:blip r:embed="rId53"/>
                <a:stretch>
                  <a:fillRect/>
                </a:stretch>
              </p:blipFill>
              <p:spPr>
                <a:xfrm>
                  <a:off x="5192563" y="4173008"/>
                  <a:ext cx="288000" cy="3938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41" name="Entrada de lápiz 40">
                  <a:extLst>
                    <a:ext uri="{FF2B5EF4-FFF2-40B4-BE49-F238E27FC236}">
                      <a16:creationId xmlns:a16="http://schemas.microsoft.com/office/drawing/2014/main" id="{85A2B687-E903-2C24-95AB-FDE9FBD45EE1}"/>
                    </a:ext>
                  </a:extLst>
                </p14:cNvPr>
                <p14:cNvContentPartPr/>
                <p14:nvPr/>
              </p14:nvContentPartPr>
              <p14:xfrm>
                <a:off x="5201563" y="4121168"/>
                <a:ext cx="314280" cy="31680"/>
              </p14:xfrm>
            </p:contentPart>
          </mc:Choice>
          <mc:Fallback>
            <p:pic>
              <p:nvPicPr>
                <p:cNvPr id="41" name="Entrada de lápiz 40">
                  <a:extLst>
                    <a:ext uri="{FF2B5EF4-FFF2-40B4-BE49-F238E27FC236}">
                      <a16:creationId xmlns:a16="http://schemas.microsoft.com/office/drawing/2014/main" id="{85A2B687-E903-2C24-95AB-FDE9FBD45EE1}"/>
                    </a:ext>
                  </a:extLst>
                </p:cNvPr>
                <p:cNvPicPr/>
                <p:nvPr/>
              </p:nvPicPr>
              <p:blipFill>
                <a:blip r:embed="rId55"/>
                <a:stretch>
                  <a:fillRect/>
                </a:stretch>
              </p:blipFill>
              <p:spPr>
                <a:xfrm>
                  <a:off x="5192563" y="4112168"/>
                  <a:ext cx="331920" cy="49320"/>
                </a:xfrm>
                <a:prstGeom prst="rect">
                  <a:avLst/>
                </a:prstGeom>
              </p:spPr>
            </p:pic>
          </mc:Fallback>
        </mc:AlternateContent>
      </p:grpSp>
      <p:grpSp>
        <p:nvGrpSpPr>
          <p:cNvPr id="45" name="Grupo 44">
            <a:extLst>
              <a:ext uri="{FF2B5EF4-FFF2-40B4-BE49-F238E27FC236}">
                <a16:creationId xmlns:a16="http://schemas.microsoft.com/office/drawing/2014/main" id="{E99DFBC9-0A84-8F1B-0627-6894D44BFB91}"/>
              </a:ext>
            </a:extLst>
          </p:cNvPr>
          <p:cNvGrpSpPr/>
          <p:nvPr/>
        </p:nvGrpSpPr>
        <p:grpSpPr>
          <a:xfrm>
            <a:off x="6115963" y="4122248"/>
            <a:ext cx="228240" cy="330840"/>
            <a:chOff x="6115963" y="4122248"/>
            <a:chExt cx="228240" cy="330840"/>
          </a:xfrm>
        </p:grpSpPr>
        <mc:AlternateContent xmlns:mc="http://schemas.openxmlformats.org/markup-compatibility/2006">
          <mc:Choice xmlns:p14="http://schemas.microsoft.com/office/powerpoint/2010/main" Requires="p14">
            <p:contentPart p14:bwMode="auto" r:id="rId56">
              <p14:nvContentPartPr>
                <p14:cNvPr id="43" name="Entrada de lápiz 42">
                  <a:extLst>
                    <a:ext uri="{FF2B5EF4-FFF2-40B4-BE49-F238E27FC236}">
                      <a16:creationId xmlns:a16="http://schemas.microsoft.com/office/drawing/2014/main" id="{89E6E4CB-1CE7-19FC-7F34-43A1739569EC}"/>
                    </a:ext>
                  </a:extLst>
                </p14:cNvPr>
                <p14:cNvContentPartPr/>
                <p14:nvPr/>
              </p14:nvContentPartPr>
              <p14:xfrm>
                <a:off x="6115963" y="4211888"/>
                <a:ext cx="228240" cy="186840"/>
              </p14:xfrm>
            </p:contentPart>
          </mc:Choice>
          <mc:Fallback>
            <p:pic>
              <p:nvPicPr>
                <p:cNvPr id="43" name="Entrada de lápiz 42">
                  <a:extLst>
                    <a:ext uri="{FF2B5EF4-FFF2-40B4-BE49-F238E27FC236}">
                      <a16:creationId xmlns:a16="http://schemas.microsoft.com/office/drawing/2014/main" id="{89E6E4CB-1CE7-19FC-7F34-43A1739569EC}"/>
                    </a:ext>
                  </a:extLst>
                </p:cNvPr>
                <p:cNvPicPr/>
                <p:nvPr/>
              </p:nvPicPr>
              <p:blipFill>
                <a:blip r:embed="rId57"/>
                <a:stretch>
                  <a:fillRect/>
                </a:stretch>
              </p:blipFill>
              <p:spPr>
                <a:xfrm>
                  <a:off x="6106963" y="4202888"/>
                  <a:ext cx="245880" cy="2044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44" name="Entrada de lápiz 43">
                  <a:extLst>
                    <a:ext uri="{FF2B5EF4-FFF2-40B4-BE49-F238E27FC236}">
                      <a16:creationId xmlns:a16="http://schemas.microsoft.com/office/drawing/2014/main" id="{72DA0EEB-3724-F4D5-F9E0-D1607FDA30D7}"/>
                    </a:ext>
                  </a:extLst>
                </p14:cNvPr>
                <p14:cNvContentPartPr/>
                <p14:nvPr/>
              </p14:nvContentPartPr>
              <p14:xfrm>
                <a:off x="6178243" y="4122248"/>
                <a:ext cx="87480" cy="330840"/>
              </p14:xfrm>
            </p:contentPart>
          </mc:Choice>
          <mc:Fallback>
            <p:pic>
              <p:nvPicPr>
                <p:cNvPr id="44" name="Entrada de lápiz 43">
                  <a:extLst>
                    <a:ext uri="{FF2B5EF4-FFF2-40B4-BE49-F238E27FC236}">
                      <a16:creationId xmlns:a16="http://schemas.microsoft.com/office/drawing/2014/main" id="{72DA0EEB-3724-F4D5-F9E0-D1607FDA30D7}"/>
                    </a:ext>
                  </a:extLst>
                </p:cNvPr>
                <p:cNvPicPr/>
                <p:nvPr/>
              </p:nvPicPr>
              <p:blipFill>
                <a:blip r:embed="rId59"/>
                <a:stretch>
                  <a:fillRect/>
                </a:stretch>
              </p:blipFill>
              <p:spPr>
                <a:xfrm>
                  <a:off x="6169603" y="4113608"/>
                  <a:ext cx="105120" cy="3484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0">
            <p14:nvContentPartPr>
              <p14:cNvPr id="46" name="Entrada de lápiz 45">
                <a:extLst>
                  <a:ext uri="{FF2B5EF4-FFF2-40B4-BE49-F238E27FC236}">
                    <a16:creationId xmlns:a16="http://schemas.microsoft.com/office/drawing/2014/main" id="{85B65DC5-E53B-B363-12A6-DED8A0C780BE}"/>
                  </a:ext>
                </a:extLst>
              </p14:cNvPr>
              <p14:cNvContentPartPr/>
              <p14:nvPr/>
            </p14:nvContentPartPr>
            <p14:xfrm>
              <a:off x="6715363" y="4122248"/>
              <a:ext cx="39960" cy="328320"/>
            </p14:xfrm>
          </p:contentPart>
        </mc:Choice>
        <mc:Fallback>
          <p:pic>
            <p:nvPicPr>
              <p:cNvPr id="46" name="Entrada de lápiz 45">
                <a:extLst>
                  <a:ext uri="{FF2B5EF4-FFF2-40B4-BE49-F238E27FC236}">
                    <a16:creationId xmlns:a16="http://schemas.microsoft.com/office/drawing/2014/main" id="{85B65DC5-E53B-B363-12A6-DED8A0C780BE}"/>
                  </a:ext>
                </a:extLst>
              </p:cNvPr>
              <p:cNvPicPr/>
              <p:nvPr/>
            </p:nvPicPr>
            <p:blipFill>
              <a:blip r:embed="rId61"/>
              <a:stretch>
                <a:fillRect/>
              </a:stretch>
            </p:blipFill>
            <p:spPr>
              <a:xfrm>
                <a:off x="6706363" y="4113608"/>
                <a:ext cx="57600" cy="345960"/>
              </a:xfrm>
              <a:prstGeom prst="rect">
                <a:avLst/>
              </a:prstGeom>
            </p:spPr>
          </p:pic>
        </mc:Fallback>
      </mc:AlternateContent>
      <p:grpSp>
        <p:nvGrpSpPr>
          <p:cNvPr id="51" name="Grupo 50">
            <a:extLst>
              <a:ext uri="{FF2B5EF4-FFF2-40B4-BE49-F238E27FC236}">
                <a16:creationId xmlns:a16="http://schemas.microsoft.com/office/drawing/2014/main" id="{84368700-CD7E-3D14-DF44-C04264871C3D}"/>
              </a:ext>
            </a:extLst>
          </p:cNvPr>
          <p:cNvGrpSpPr/>
          <p:nvPr/>
        </p:nvGrpSpPr>
        <p:grpSpPr>
          <a:xfrm>
            <a:off x="7012723" y="4089128"/>
            <a:ext cx="860760" cy="364680"/>
            <a:chOff x="7012723" y="4089128"/>
            <a:chExt cx="860760" cy="364680"/>
          </a:xfrm>
        </p:grpSpPr>
        <mc:AlternateContent xmlns:mc="http://schemas.openxmlformats.org/markup-compatibility/2006">
          <mc:Choice xmlns:p14="http://schemas.microsoft.com/office/powerpoint/2010/main" Requires="p14">
            <p:contentPart p14:bwMode="auto" r:id="rId62">
              <p14:nvContentPartPr>
                <p14:cNvPr id="49" name="Entrada de lápiz 48">
                  <a:extLst>
                    <a:ext uri="{FF2B5EF4-FFF2-40B4-BE49-F238E27FC236}">
                      <a16:creationId xmlns:a16="http://schemas.microsoft.com/office/drawing/2014/main" id="{A840EDF5-9A27-BF1D-976D-A9E494FCECF7}"/>
                    </a:ext>
                  </a:extLst>
                </p14:cNvPr>
                <p14:cNvContentPartPr/>
                <p14:nvPr/>
              </p14:nvContentPartPr>
              <p14:xfrm>
                <a:off x="7012723" y="4137008"/>
                <a:ext cx="348480" cy="316800"/>
              </p14:xfrm>
            </p:contentPart>
          </mc:Choice>
          <mc:Fallback>
            <p:pic>
              <p:nvPicPr>
                <p:cNvPr id="49" name="Entrada de lápiz 48">
                  <a:extLst>
                    <a:ext uri="{FF2B5EF4-FFF2-40B4-BE49-F238E27FC236}">
                      <a16:creationId xmlns:a16="http://schemas.microsoft.com/office/drawing/2014/main" id="{A840EDF5-9A27-BF1D-976D-A9E494FCECF7}"/>
                    </a:ext>
                  </a:extLst>
                </p:cNvPr>
                <p:cNvPicPr/>
                <p:nvPr/>
              </p:nvPicPr>
              <p:blipFill>
                <a:blip r:embed="rId63"/>
                <a:stretch>
                  <a:fillRect/>
                </a:stretch>
              </p:blipFill>
              <p:spPr>
                <a:xfrm>
                  <a:off x="7004083" y="4128368"/>
                  <a:ext cx="366120" cy="3344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50" name="Entrada de lápiz 49">
                  <a:extLst>
                    <a:ext uri="{FF2B5EF4-FFF2-40B4-BE49-F238E27FC236}">
                      <a16:creationId xmlns:a16="http://schemas.microsoft.com/office/drawing/2014/main" id="{9707D818-F554-0F85-EEE0-DFF43B251198}"/>
                    </a:ext>
                  </a:extLst>
                </p14:cNvPr>
                <p14:cNvContentPartPr/>
                <p14:nvPr/>
              </p14:nvContentPartPr>
              <p14:xfrm>
                <a:off x="7551283" y="4089128"/>
                <a:ext cx="322200" cy="350280"/>
              </p14:xfrm>
            </p:contentPart>
          </mc:Choice>
          <mc:Fallback>
            <p:pic>
              <p:nvPicPr>
                <p:cNvPr id="50" name="Entrada de lápiz 49">
                  <a:extLst>
                    <a:ext uri="{FF2B5EF4-FFF2-40B4-BE49-F238E27FC236}">
                      <a16:creationId xmlns:a16="http://schemas.microsoft.com/office/drawing/2014/main" id="{9707D818-F554-0F85-EEE0-DFF43B251198}"/>
                    </a:ext>
                  </a:extLst>
                </p:cNvPr>
                <p:cNvPicPr/>
                <p:nvPr/>
              </p:nvPicPr>
              <p:blipFill>
                <a:blip r:embed="rId65"/>
                <a:stretch>
                  <a:fillRect/>
                </a:stretch>
              </p:blipFill>
              <p:spPr>
                <a:xfrm>
                  <a:off x="7542643" y="4080488"/>
                  <a:ext cx="339840" cy="367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6">
            <p14:nvContentPartPr>
              <p14:cNvPr id="52" name="Entrada de lápiz 51">
                <a:extLst>
                  <a:ext uri="{FF2B5EF4-FFF2-40B4-BE49-F238E27FC236}">
                    <a16:creationId xmlns:a16="http://schemas.microsoft.com/office/drawing/2014/main" id="{3A15C35C-DD2D-E1B2-F81A-9DB7C8433FEC}"/>
                  </a:ext>
                </a:extLst>
              </p14:cNvPr>
              <p14:cNvContentPartPr/>
              <p14:nvPr/>
            </p14:nvContentPartPr>
            <p14:xfrm>
              <a:off x="8319163" y="4151768"/>
              <a:ext cx="269280" cy="30600"/>
            </p14:xfrm>
          </p:contentPart>
        </mc:Choice>
        <mc:Fallback>
          <p:pic>
            <p:nvPicPr>
              <p:cNvPr id="52" name="Entrada de lápiz 51">
                <a:extLst>
                  <a:ext uri="{FF2B5EF4-FFF2-40B4-BE49-F238E27FC236}">
                    <a16:creationId xmlns:a16="http://schemas.microsoft.com/office/drawing/2014/main" id="{3A15C35C-DD2D-E1B2-F81A-9DB7C8433FEC}"/>
                  </a:ext>
                </a:extLst>
              </p:cNvPr>
              <p:cNvPicPr/>
              <p:nvPr/>
            </p:nvPicPr>
            <p:blipFill>
              <a:blip r:embed="rId67"/>
              <a:stretch>
                <a:fillRect/>
              </a:stretch>
            </p:blipFill>
            <p:spPr>
              <a:xfrm>
                <a:off x="8310523" y="4142768"/>
                <a:ext cx="28692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53" name="Entrada de lápiz 52">
                <a:extLst>
                  <a:ext uri="{FF2B5EF4-FFF2-40B4-BE49-F238E27FC236}">
                    <a16:creationId xmlns:a16="http://schemas.microsoft.com/office/drawing/2014/main" id="{C9D7C0DB-BDC4-872B-115C-5991E60C068F}"/>
                  </a:ext>
                </a:extLst>
              </p14:cNvPr>
              <p14:cNvContentPartPr/>
              <p14:nvPr/>
            </p14:nvContentPartPr>
            <p14:xfrm>
              <a:off x="8364523" y="4317368"/>
              <a:ext cx="253440" cy="360"/>
            </p14:xfrm>
          </p:contentPart>
        </mc:Choice>
        <mc:Fallback>
          <p:pic>
            <p:nvPicPr>
              <p:cNvPr id="53" name="Entrada de lápiz 52">
                <a:extLst>
                  <a:ext uri="{FF2B5EF4-FFF2-40B4-BE49-F238E27FC236}">
                    <a16:creationId xmlns:a16="http://schemas.microsoft.com/office/drawing/2014/main" id="{C9D7C0DB-BDC4-872B-115C-5991E60C068F}"/>
                  </a:ext>
                </a:extLst>
              </p:cNvPr>
              <p:cNvPicPr/>
              <p:nvPr/>
            </p:nvPicPr>
            <p:blipFill>
              <a:blip r:embed="rId69"/>
              <a:stretch>
                <a:fillRect/>
              </a:stretch>
            </p:blipFill>
            <p:spPr>
              <a:xfrm>
                <a:off x="8355883" y="4308368"/>
                <a:ext cx="271080" cy="18000"/>
              </a:xfrm>
              <a:prstGeom prst="rect">
                <a:avLst/>
              </a:prstGeom>
            </p:spPr>
          </p:pic>
        </mc:Fallback>
      </mc:AlternateContent>
      <p:grpSp>
        <p:nvGrpSpPr>
          <p:cNvPr id="59" name="Grupo 58">
            <a:extLst>
              <a:ext uri="{FF2B5EF4-FFF2-40B4-BE49-F238E27FC236}">
                <a16:creationId xmlns:a16="http://schemas.microsoft.com/office/drawing/2014/main" id="{3E1EFD19-AAFF-5DE3-57E3-B6124714A089}"/>
              </a:ext>
            </a:extLst>
          </p:cNvPr>
          <p:cNvGrpSpPr/>
          <p:nvPr/>
        </p:nvGrpSpPr>
        <p:grpSpPr>
          <a:xfrm>
            <a:off x="4031923" y="4826408"/>
            <a:ext cx="945000" cy="1032480"/>
            <a:chOff x="4031923" y="4826408"/>
            <a:chExt cx="945000" cy="1032480"/>
          </a:xfrm>
        </p:grpSpPr>
        <mc:AlternateContent xmlns:mc="http://schemas.openxmlformats.org/markup-compatibility/2006">
          <mc:Choice xmlns:p14="http://schemas.microsoft.com/office/powerpoint/2010/main" Requires="p14">
            <p:contentPart p14:bwMode="auto" r:id="rId70">
              <p14:nvContentPartPr>
                <p14:cNvPr id="54" name="Entrada de lápiz 53">
                  <a:extLst>
                    <a:ext uri="{FF2B5EF4-FFF2-40B4-BE49-F238E27FC236}">
                      <a16:creationId xmlns:a16="http://schemas.microsoft.com/office/drawing/2014/main" id="{8C0BC699-AAA3-232D-B969-788427962D6D}"/>
                    </a:ext>
                  </a:extLst>
                </p14:cNvPr>
                <p14:cNvContentPartPr/>
                <p14:nvPr/>
              </p14:nvContentPartPr>
              <p14:xfrm>
                <a:off x="4031923" y="5062568"/>
                <a:ext cx="394560" cy="722160"/>
              </p14:xfrm>
            </p:contentPart>
          </mc:Choice>
          <mc:Fallback>
            <p:pic>
              <p:nvPicPr>
                <p:cNvPr id="54" name="Entrada de lápiz 53">
                  <a:extLst>
                    <a:ext uri="{FF2B5EF4-FFF2-40B4-BE49-F238E27FC236}">
                      <a16:creationId xmlns:a16="http://schemas.microsoft.com/office/drawing/2014/main" id="{8C0BC699-AAA3-232D-B969-788427962D6D}"/>
                    </a:ext>
                  </a:extLst>
                </p:cNvPr>
                <p:cNvPicPr/>
                <p:nvPr/>
              </p:nvPicPr>
              <p:blipFill>
                <a:blip r:embed="rId71"/>
                <a:stretch>
                  <a:fillRect/>
                </a:stretch>
              </p:blipFill>
              <p:spPr>
                <a:xfrm>
                  <a:off x="4022923" y="5053928"/>
                  <a:ext cx="412200" cy="7398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55" name="Entrada de lápiz 54">
                  <a:extLst>
                    <a:ext uri="{FF2B5EF4-FFF2-40B4-BE49-F238E27FC236}">
                      <a16:creationId xmlns:a16="http://schemas.microsoft.com/office/drawing/2014/main" id="{AF0D8A76-A696-303C-9E82-E29C15BE225E}"/>
                    </a:ext>
                  </a:extLst>
                </p14:cNvPr>
                <p14:cNvContentPartPr/>
                <p14:nvPr/>
              </p14:nvContentPartPr>
              <p14:xfrm>
                <a:off x="4242163" y="5471168"/>
                <a:ext cx="298080" cy="360"/>
              </p14:xfrm>
            </p:contentPart>
          </mc:Choice>
          <mc:Fallback>
            <p:pic>
              <p:nvPicPr>
                <p:cNvPr id="55" name="Entrada de lápiz 54">
                  <a:extLst>
                    <a:ext uri="{FF2B5EF4-FFF2-40B4-BE49-F238E27FC236}">
                      <a16:creationId xmlns:a16="http://schemas.microsoft.com/office/drawing/2014/main" id="{AF0D8A76-A696-303C-9E82-E29C15BE225E}"/>
                    </a:ext>
                  </a:extLst>
                </p:cNvPr>
                <p:cNvPicPr/>
                <p:nvPr/>
              </p:nvPicPr>
              <p:blipFill>
                <a:blip r:embed="rId73"/>
                <a:stretch>
                  <a:fillRect/>
                </a:stretch>
              </p:blipFill>
              <p:spPr>
                <a:xfrm>
                  <a:off x="4233523" y="5462528"/>
                  <a:ext cx="31572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57" name="Entrada de lápiz 56">
                  <a:extLst>
                    <a:ext uri="{FF2B5EF4-FFF2-40B4-BE49-F238E27FC236}">
                      <a16:creationId xmlns:a16="http://schemas.microsoft.com/office/drawing/2014/main" id="{BFA7171D-BD80-A18D-2CFC-697CCBE406F3}"/>
                    </a:ext>
                  </a:extLst>
                </p14:cNvPr>
                <p14:cNvContentPartPr/>
                <p14:nvPr/>
              </p14:nvContentPartPr>
              <p14:xfrm>
                <a:off x="4706563" y="4963928"/>
                <a:ext cx="101160" cy="60480"/>
              </p14:xfrm>
            </p:contentPart>
          </mc:Choice>
          <mc:Fallback>
            <p:pic>
              <p:nvPicPr>
                <p:cNvPr id="57" name="Entrada de lápiz 56">
                  <a:extLst>
                    <a:ext uri="{FF2B5EF4-FFF2-40B4-BE49-F238E27FC236}">
                      <a16:creationId xmlns:a16="http://schemas.microsoft.com/office/drawing/2014/main" id="{BFA7171D-BD80-A18D-2CFC-697CCBE406F3}"/>
                    </a:ext>
                  </a:extLst>
                </p:cNvPr>
                <p:cNvPicPr/>
                <p:nvPr/>
              </p:nvPicPr>
              <p:blipFill>
                <a:blip r:embed="rId75"/>
                <a:stretch>
                  <a:fillRect/>
                </a:stretch>
              </p:blipFill>
              <p:spPr>
                <a:xfrm>
                  <a:off x="4697923" y="4955288"/>
                  <a:ext cx="118800" cy="781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58" name="Entrada de lápiz 57">
                  <a:extLst>
                    <a:ext uri="{FF2B5EF4-FFF2-40B4-BE49-F238E27FC236}">
                      <a16:creationId xmlns:a16="http://schemas.microsoft.com/office/drawing/2014/main" id="{7CB4105B-9EDD-7372-817A-81849C7B9903}"/>
                    </a:ext>
                  </a:extLst>
                </p14:cNvPr>
                <p14:cNvContentPartPr/>
                <p14:nvPr/>
              </p14:nvContentPartPr>
              <p14:xfrm>
                <a:off x="4781083" y="4826408"/>
                <a:ext cx="195840" cy="1032480"/>
              </p14:xfrm>
            </p:contentPart>
          </mc:Choice>
          <mc:Fallback>
            <p:pic>
              <p:nvPicPr>
                <p:cNvPr id="58" name="Entrada de lápiz 57">
                  <a:extLst>
                    <a:ext uri="{FF2B5EF4-FFF2-40B4-BE49-F238E27FC236}">
                      <a16:creationId xmlns:a16="http://schemas.microsoft.com/office/drawing/2014/main" id="{7CB4105B-9EDD-7372-817A-81849C7B9903}"/>
                    </a:ext>
                  </a:extLst>
                </p:cNvPr>
                <p:cNvPicPr/>
                <p:nvPr/>
              </p:nvPicPr>
              <p:blipFill>
                <a:blip r:embed="rId77"/>
                <a:stretch>
                  <a:fillRect/>
                </a:stretch>
              </p:blipFill>
              <p:spPr>
                <a:xfrm>
                  <a:off x="4772083" y="4817768"/>
                  <a:ext cx="213480" cy="10501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8">
            <p14:nvContentPartPr>
              <p14:cNvPr id="60" name="Entrada de lápiz 59">
                <a:extLst>
                  <a:ext uri="{FF2B5EF4-FFF2-40B4-BE49-F238E27FC236}">
                    <a16:creationId xmlns:a16="http://schemas.microsoft.com/office/drawing/2014/main" id="{908EF2C7-9E8A-D5AB-6729-BA1F4E317A66}"/>
                  </a:ext>
                </a:extLst>
              </p14:cNvPr>
              <p14:cNvContentPartPr/>
              <p14:nvPr/>
            </p14:nvContentPartPr>
            <p14:xfrm>
              <a:off x="5080603" y="5491328"/>
              <a:ext cx="129600" cy="102960"/>
            </p14:xfrm>
          </p:contentPart>
        </mc:Choice>
        <mc:Fallback>
          <p:pic>
            <p:nvPicPr>
              <p:cNvPr id="60" name="Entrada de lápiz 59">
                <a:extLst>
                  <a:ext uri="{FF2B5EF4-FFF2-40B4-BE49-F238E27FC236}">
                    <a16:creationId xmlns:a16="http://schemas.microsoft.com/office/drawing/2014/main" id="{908EF2C7-9E8A-D5AB-6729-BA1F4E317A66}"/>
                  </a:ext>
                </a:extLst>
              </p:cNvPr>
              <p:cNvPicPr/>
              <p:nvPr/>
            </p:nvPicPr>
            <p:blipFill>
              <a:blip r:embed="rId79"/>
              <a:stretch>
                <a:fillRect/>
              </a:stretch>
            </p:blipFill>
            <p:spPr>
              <a:xfrm>
                <a:off x="5071963" y="5482688"/>
                <a:ext cx="147240" cy="120600"/>
              </a:xfrm>
              <a:prstGeom prst="rect">
                <a:avLst/>
              </a:prstGeom>
            </p:spPr>
          </p:pic>
        </mc:Fallback>
      </mc:AlternateContent>
    </p:spTree>
    <p:extLst>
      <p:ext uri="{BB962C8B-B14F-4D97-AF65-F5344CB8AC3E}">
        <p14:creationId xmlns:p14="http://schemas.microsoft.com/office/powerpoint/2010/main" val="1023848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D90454-CC30-6657-3813-8A7BEF533014}"/>
              </a:ext>
            </a:extLst>
          </p:cNvPr>
          <p:cNvSpPr>
            <a:spLocks noGrp="1"/>
          </p:cNvSpPr>
          <p:nvPr>
            <p:ph type="title"/>
          </p:nvPr>
        </p:nvSpPr>
        <p:spPr/>
        <p:txBody>
          <a:bodyPr/>
          <a:lstStyle/>
          <a:p>
            <a:r>
              <a:rPr lang="es-ES" dirty="0"/>
              <a:t>Por tabla:</a:t>
            </a:r>
            <a:endParaRPr lang="es-GT" dirty="0"/>
          </a:p>
        </p:txBody>
      </p:sp>
      <p:sp>
        <p:nvSpPr>
          <p:cNvPr id="3" name="Marcador de contenido 2">
            <a:extLst>
              <a:ext uri="{FF2B5EF4-FFF2-40B4-BE49-F238E27FC236}">
                <a16:creationId xmlns:a16="http://schemas.microsoft.com/office/drawing/2014/main" id="{7C6D50D1-8063-7C97-8AD9-EF34A5554BFF}"/>
              </a:ext>
            </a:extLst>
          </p:cNvPr>
          <p:cNvSpPr>
            <a:spLocks noGrp="1"/>
          </p:cNvSpPr>
          <p:nvPr>
            <p:ph idx="1"/>
          </p:nvPr>
        </p:nvSpPr>
        <p:spPr/>
        <p:txBody>
          <a:bodyPr/>
          <a:lstStyle/>
          <a:p>
            <a:pPr marL="0" indent="0">
              <a:buNone/>
            </a:pPr>
            <a:endParaRPr lang="es-ES" dirty="0"/>
          </a:p>
          <a:p>
            <a:pPr marL="0" indent="0">
              <a:buNone/>
            </a:pPr>
            <a:endParaRPr lang="es-GT" dirty="0"/>
          </a:p>
          <a:p>
            <a:pPr marL="0" indent="0">
              <a:buNone/>
            </a:pPr>
            <a:endParaRPr lang="es-GT" dirty="0"/>
          </a:p>
          <a:p>
            <a:pPr marL="0" indent="0">
              <a:buNone/>
            </a:pPr>
            <a:endParaRPr lang="es-GT" dirty="0"/>
          </a:p>
          <a:p>
            <a:pPr marL="0" indent="0">
              <a:buNone/>
            </a:pPr>
            <a:endParaRPr lang="es-GT" dirty="0"/>
          </a:p>
          <a:p>
            <a:pPr marL="0" indent="0">
              <a:buNone/>
            </a:pPr>
            <a:endParaRPr lang="es-GT" dirty="0"/>
          </a:p>
          <a:p>
            <a:pPr marL="0" indent="0">
              <a:buNone/>
            </a:pPr>
            <a:r>
              <a:rPr lang="es-GT" dirty="0"/>
              <a:t>Este número se busca en la tabla</a:t>
            </a:r>
          </a:p>
        </p:txBody>
      </p:sp>
      <mc:AlternateContent xmlns:mc="http://schemas.openxmlformats.org/markup-compatibility/2006">
        <mc:Choice xmlns:p14="http://schemas.microsoft.com/office/powerpoint/2010/main" Requires="p14">
          <p:contentPart p14:bwMode="auto" r:id="rId2">
            <p14:nvContentPartPr>
              <p14:cNvPr id="4" name="Entrada de lápiz 3">
                <a:extLst>
                  <a:ext uri="{FF2B5EF4-FFF2-40B4-BE49-F238E27FC236}">
                    <a16:creationId xmlns:a16="http://schemas.microsoft.com/office/drawing/2014/main" id="{32778784-0B9A-79D6-71EE-7B7CE8AC8FF3}"/>
                  </a:ext>
                </a:extLst>
              </p14:cNvPr>
              <p14:cNvContentPartPr/>
              <p14:nvPr/>
            </p14:nvContentPartPr>
            <p14:xfrm>
              <a:off x="4437283" y="1153977"/>
              <a:ext cx="360" cy="360"/>
            </p14:xfrm>
          </p:contentPart>
        </mc:Choice>
        <mc:Fallback>
          <p:pic>
            <p:nvPicPr>
              <p:cNvPr id="4" name="Entrada de lápiz 3">
                <a:extLst>
                  <a:ext uri="{FF2B5EF4-FFF2-40B4-BE49-F238E27FC236}">
                    <a16:creationId xmlns:a16="http://schemas.microsoft.com/office/drawing/2014/main" id="{32778784-0B9A-79D6-71EE-7B7CE8AC8FF3}"/>
                  </a:ext>
                </a:extLst>
              </p:cNvPr>
              <p:cNvPicPr/>
              <p:nvPr/>
            </p:nvPicPr>
            <p:blipFill>
              <a:blip r:embed="rId3"/>
              <a:stretch>
                <a:fillRect/>
              </a:stretch>
            </p:blipFill>
            <p:spPr>
              <a:xfrm>
                <a:off x="4428283" y="1145337"/>
                <a:ext cx="18000" cy="18000"/>
              </a:xfrm>
              <a:prstGeom prst="rect">
                <a:avLst/>
              </a:prstGeom>
            </p:spPr>
          </p:pic>
        </mc:Fallback>
      </mc:AlternateContent>
      <p:grpSp>
        <p:nvGrpSpPr>
          <p:cNvPr id="8" name="Grupo 7">
            <a:extLst>
              <a:ext uri="{FF2B5EF4-FFF2-40B4-BE49-F238E27FC236}">
                <a16:creationId xmlns:a16="http://schemas.microsoft.com/office/drawing/2014/main" id="{9D47387A-D7E1-A7B2-BE9F-74402A828E75}"/>
              </a:ext>
            </a:extLst>
          </p:cNvPr>
          <p:cNvGrpSpPr/>
          <p:nvPr/>
        </p:nvGrpSpPr>
        <p:grpSpPr>
          <a:xfrm>
            <a:off x="989203" y="2112728"/>
            <a:ext cx="283680" cy="524160"/>
            <a:chOff x="989203" y="2112728"/>
            <a:chExt cx="283680" cy="524160"/>
          </a:xfrm>
        </p:grpSpPr>
        <mc:AlternateContent xmlns:mc="http://schemas.openxmlformats.org/markup-compatibility/2006">
          <mc:Choice xmlns:p14="http://schemas.microsoft.com/office/powerpoint/2010/main" Requires="p14">
            <p:contentPart p14:bwMode="auto" r:id="rId4">
              <p14:nvContentPartPr>
                <p14:cNvPr id="6" name="Entrada de lápiz 5">
                  <a:extLst>
                    <a:ext uri="{FF2B5EF4-FFF2-40B4-BE49-F238E27FC236}">
                      <a16:creationId xmlns:a16="http://schemas.microsoft.com/office/drawing/2014/main" id="{D62F284A-855C-4B76-5B46-184337BDA3EC}"/>
                    </a:ext>
                  </a:extLst>
                </p14:cNvPr>
                <p14:cNvContentPartPr/>
                <p14:nvPr/>
              </p14:nvContentPartPr>
              <p14:xfrm>
                <a:off x="989203" y="2113448"/>
                <a:ext cx="360" cy="523440"/>
              </p14:xfrm>
            </p:contentPart>
          </mc:Choice>
          <mc:Fallback>
            <p:pic>
              <p:nvPicPr>
                <p:cNvPr id="6" name="Entrada de lápiz 5">
                  <a:extLst>
                    <a:ext uri="{FF2B5EF4-FFF2-40B4-BE49-F238E27FC236}">
                      <a16:creationId xmlns:a16="http://schemas.microsoft.com/office/drawing/2014/main" id="{D62F284A-855C-4B76-5B46-184337BDA3EC}"/>
                    </a:ext>
                  </a:extLst>
                </p:cNvPr>
                <p:cNvPicPr/>
                <p:nvPr/>
              </p:nvPicPr>
              <p:blipFill>
                <a:blip r:embed="rId5"/>
                <a:stretch>
                  <a:fillRect/>
                </a:stretch>
              </p:blipFill>
              <p:spPr>
                <a:xfrm>
                  <a:off x="980203" y="2104448"/>
                  <a:ext cx="18000" cy="5410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 name="Entrada de lápiz 6">
                  <a:extLst>
                    <a:ext uri="{FF2B5EF4-FFF2-40B4-BE49-F238E27FC236}">
                      <a16:creationId xmlns:a16="http://schemas.microsoft.com/office/drawing/2014/main" id="{F1DCD22E-4A26-33B2-EA66-28BF312C1581}"/>
                    </a:ext>
                  </a:extLst>
                </p14:cNvPr>
                <p14:cNvContentPartPr/>
                <p14:nvPr/>
              </p14:nvContentPartPr>
              <p14:xfrm>
                <a:off x="989203" y="2112728"/>
                <a:ext cx="283680" cy="16200"/>
              </p14:xfrm>
            </p:contentPart>
          </mc:Choice>
          <mc:Fallback>
            <p:pic>
              <p:nvPicPr>
                <p:cNvPr id="7" name="Entrada de lápiz 6">
                  <a:extLst>
                    <a:ext uri="{FF2B5EF4-FFF2-40B4-BE49-F238E27FC236}">
                      <a16:creationId xmlns:a16="http://schemas.microsoft.com/office/drawing/2014/main" id="{F1DCD22E-4A26-33B2-EA66-28BF312C1581}"/>
                    </a:ext>
                  </a:extLst>
                </p:cNvPr>
                <p:cNvPicPr/>
                <p:nvPr/>
              </p:nvPicPr>
              <p:blipFill>
                <a:blip r:embed="rId7"/>
                <a:stretch>
                  <a:fillRect/>
                </a:stretch>
              </p:blipFill>
              <p:spPr>
                <a:xfrm>
                  <a:off x="980203" y="2103728"/>
                  <a:ext cx="301320" cy="33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
            <p14:nvContentPartPr>
              <p14:cNvPr id="9" name="Entrada de lápiz 8">
                <a:extLst>
                  <a:ext uri="{FF2B5EF4-FFF2-40B4-BE49-F238E27FC236}">
                    <a16:creationId xmlns:a16="http://schemas.microsoft.com/office/drawing/2014/main" id="{2805CD06-996C-D055-F3D5-12F5C70AC7A1}"/>
                  </a:ext>
                </a:extLst>
              </p14:cNvPr>
              <p14:cNvContentPartPr/>
              <p14:nvPr/>
            </p14:nvContentPartPr>
            <p14:xfrm>
              <a:off x="989203" y="2368328"/>
              <a:ext cx="274320" cy="9360"/>
            </p14:xfrm>
          </p:contentPart>
        </mc:Choice>
        <mc:Fallback>
          <p:pic>
            <p:nvPicPr>
              <p:cNvPr id="9" name="Entrada de lápiz 8">
                <a:extLst>
                  <a:ext uri="{FF2B5EF4-FFF2-40B4-BE49-F238E27FC236}">
                    <a16:creationId xmlns:a16="http://schemas.microsoft.com/office/drawing/2014/main" id="{2805CD06-996C-D055-F3D5-12F5C70AC7A1}"/>
                  </a:ext>
                </a:extLst>
              </p:cNvPr>
              <p:cNvPicPr/>
              <p:nvPr/>
            </p:nvPicPr>
            <p:blipFill>
              <a:blip r:embed="rId9"/>
              <a:stretch>
                <a:fillRect/>
              </a:stretch>
            </p:blipFill>
            <p:spPr>
              <a:xfrm>
                <a:off x="980203" y="2359328"/>
                <a:ext cx="291960" cy="27000"/>
              </a:xfrm>
              <a:prstGeom prst="rect">
                <a:avLst/>
              </a:prstGeom>
            </p:spPr>
          </p:pic>
        </mc:Fallback>
      </mc:AlternateContent>
      <p:grpSp>
        <p:nvGrpSpPr>
          <p:cNvPr id="12" name="Grupo 11">
            <a:extLst>
              <a:ext uri="{FF2B5EF4-FFF2-40B4-BE49-F238E27FC236}">
                <a16:creationId xmlns:a16="http://schemas.microsoft.com/office/drawing/2014/main" id="{C243B826-4D4C-FC3F-DEA1-D1FEAD8F04AC}"/>
              </a:ext>
            </a:extLst>
          </p:cNvPr>
          <p:cNvGrpSpPr/>
          <p:nvPr/>
        </p:nvGrpSpPr>
        <p:grpSpPr>
          <a:xfrm>
            <a:off x="1483843" y="2293448"/>
            <a:ext cx="239760" cy="90000"/>
            <a:chOff x="1483843" y="2293448"/>
            <a:chExt cx="239760" cy="90000"/>
          </a:xfrm>
        </p:grpSpPr>
        <mc:AlternateContent xmlns:mc="http://schemas.openxmlformats.org/markup-compatibility/2006">
          <mc:Choice xmlns:p14="http://schemas.microsoft.com/office/powerpoint/2010/main" Requires="p14">
            <p:contentPart p14:bwMode="auto" r:id="rId10">
              <p14:nvContentPartPr>
                <p14:cNvPr id="10" name="Entrada de lápiz 9">
                  <a:extLst>
                    <a:ext uri="{FF2B5EF4-FFF2-40B4-BE49-F238E27FC236}">
                      <a16:creationId xmlns:a16="http://schemas.microsoft.com/office/drawing/2014/main" id="{675C2E7C-346E-545E-5573-32241D6A9BE3}"/>
                    </a:ext>
                  </a:extLst>
                </p14:cNvPr>
                <p14:cNvContentPartPr/>
                <p14:nvPr/>
              </p14:nvContentPartPr>
              <p14:xfrm>
                <a:off x="1483843" y="2293448"/>
                <a:ext cx="239760" cy="360"/>
              </p14:xfrm>
            </p:contentPart>
          </mc:Choice>
          <mc:Fallback>
            <p:pic>
              <p:nvPicPr>
                <p:cNvPr id="10" name="Entrada de lápiz 9">
                  <a:extLst>
                    <a:ext uri="{FF2B5EF4-FFF2-40B4-BE49-F238E27FC236}">
                      <a16:creationId xmlns:a16="http://schemas.microsoft.com/office/drawing/2014/main" id="{675C2E7C-346E-545E-5573-32241D6A9BE3}"/>
                    </a:ext>
                  </a:extLst>
                </p:cNvPr>
                <p:cNvPicPr/>
                <p:nvPr/>
              </p:nvPicPr>
              <p:blipFill>
                <a:blip r:embed="rId11"/>
                <a:stretch>
                  <a:fillRect/>
                </a:stretch>
              </p:blipFill>
              <p:spPr>
                <a:xfrm>
                  <a:off x="1474843" y="2284808"/>
                  <a:ext cx="2574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1" name="Entrada de lápiz 10">
                  <a:extLst>
                    <a:ext uri="{FF2B5EF4-FFF2-40B4-BE49-F238E27FC236}">
                      <a16:creationId xmlns:a16="http://schemas.microsoft.com/office/drawing/2014/main" id="{6327B186-1ADE-AF6A-26E0-6797399C844D}"/>
                    </a:ext>
                  </a:extLst>
                </p14:cNvPr>
                <p14:cNvContentPartPr/>
                <p14:nvPr/>
              </p14:nvContentPartPr>
              <p14:xfrm>
                <a:off x="1483843" y="2383088"/>
                <a:ext cx="238680" cy="360"/>
              </p14:xfrm>
            </p:contentPart>
          </mc:Choice>
          <mc:Fallback>
            <p:pic>
              <p:nvPicPr>
                <p:cNvPr id="11" name="Entrada de lápiz 10">
                  <a:extLst>
                    <a:ext uri="{FF2B5EF4-FFF2-40B4-BE49-F238E27FC236}">
                      <a16:creationId xmlns:a16="http://schemas.microsoft.com/office/drawing/2014/main" id="{6327B186-1ADE-AF6A-26E0-6797399C844D}"/>
                    </a:ext>
                  </a:extLst>
                </p:cNvPr>
                <p:cNvPicPr/>
                <p:nvPr/>
              </p:nvPicPr>
              <p:blipFill>
                <a:blip r:embed="rId11"/>
                <a:stretch>
                  <a:fillRect/>
                </a:stretch>
              </p:blipFill>
              <p:spPr>
                <a:xfrm>
                  <a:off x="1474843" y="2374088"/>
                  <a:ext cx="256320" cy="18000"/>
                </a:xfrm>
                <a:prstGeom prst="rect">
                  <a:avLst/>
                </a:prstGeom>
              </p:spPr>
            </p:pic>
          </mc:Fallback>
        </mc:AlternateContent>
      </p:grpSp>
      <p:grpSp>
        <p:nvGrpSpPr>
          <p:cNvPr id="15" name="Grupo 14">
            <a:extLst>
              <a:ext uri="{FF2B5EF4-FFF2-40B4-BE49-F238E27FC236}">
                <a16:creationId xmlns:a16="http://schemas.microsoft.com/office/drawing/2014/main" id="{3C3F82E3-9066-076D-F25A-DEDE27F018B3}"/>
              </a:ext>
            </a:extLst>
          </p:cNvPr>
          <p:cNvGrpSpPr/>
          <p:nvPr/>
        </p:nvGrpSpPr>
        <p:grpSpPr>
          <a:xfrm>
            <a:off x="2023123" y="2203448"/>
            <a:ext cx="272160" cy="531720"/>
            <a:chOff x="2023123" y="2203448"/>
            <a:chExt cx="272160" cy="531720"/>
          </a:xfrm>
        </p:grpSpPr>
        <mc:AlternateContent xmlns:mc="http://schemas.openxmlformats.org/markup-compatibility/2006">
          <mc:Choice xmlns:p14="http://schemas.microsoft.com/office/powerpoint/2010/main" Requires="p14">
            <p:contentPart p14:bwMode="auto" r:id="rId13">
              <p14:nvContentPartPr>
                <p14:cNvPr id="13" name="Entrada de lápiz 12">
                  <a:extLst>
                    <a:ext uri="{FF2B5EF4-FFF2-40B4-BE49-F238E27FC236}">
                      <a16:creationId xmlns:a16="http://schemas.microsoft.com/office/drawing/2014/main" id="{859DD0F0-C2D1-C3C7-AB23-2E7A533294ED}"/>
                    </a:ext>
                  </a:extLst>
                </p14:cNvPr>
                <p14:cNvContentPartPr/>
                <p14:nvPr/>
              </p14:nvContentPartPr>
              <p14:xfrm>
                <a:off x="2035723" y="2203448"/>
                <a:ext cx="259560" cy="226800"/>
              </p14:xfrm>
            </p:contentPart>
          </mc:Choice>
          <mc:Fallback>
            <p:pic>
              <p:nvPicPr>
                <p:cNvPr id="13" name="Entrada de lápiz 12">
                  <a:extLst>
                    <a:ext uri="{FF2B5EF4-FFF2-40B4-BE49-F238E27FC236}">
                      <a16:creationId xmlns:a16="http://schemas.microsoft.com/office/drawing/2014/main" id="{859DD0F0-C2D1-C3C7-AB23-2E7A533294ED}"/>
                    </a:ext>
                  </a:extLst>
                </p:cNvPr>
                <p:cNvPicPr/>
                <p:nvPr/>
              </p:nvPicPr>
              <p:blipFill>
                <a:blip r:embed="rId14"/>
                <a:stretch>
                  <a:fillRect/>
                </a:stretch>
              </p:blipFill>
              <p:spPr>
                <a:xfrm>
                  <a:off x="2027083" y="2194448"/>
                  <a:ext cx="277200" cy="2444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4" name="Entrada de lápiz 13">
                  <a:extLst>
                    <a:ext uri="{FF2B5EF4-FFF2-40B4-BE49-F238E27FC236}">
                      <a16:creationId xmlns:a16="http://schemas.microsoft.com/office/drawing/2014/main" id="{C45F32F0-9FFD-217E-594B-EE89446974C4}"/>
                    </a:ext>
                  </a:extLst>
                </p14:cNvPr>
                <p14:cNvContentPartPr/>
                <p14:nvPr/>
              </p14:nvContentPartPr>
              <p14:xfrm>
                <a:off x="2023123" y="2263568"/>
                <a:ext cx="67320" cy="471600"/>
              </p14:xfrm>
            </p:contentPart>
          </mc:Choice>
          <mc:Fallback>
            <p:pic>
              <p:nvPicPr>
                <p:cNvPr id="14" name="Entrada de lápiz 13">
                  <a:extLst>
                    <a:ext uri="{FF2B5EF4-FFF2-40B4-BE49-F238E27FC236}">
                      <a16:creationId xmlns:a16="http://schemas.microsoft.com/office/drawing/2014/main" id="{C45F32F0-9FFD-217E-594B-EE89446974C4}"/>
                    </a:ext>
                  </a:extLst>
                </p:cNvPr>
                <p:cNvPicPr/>
                <p:nvPr/>
              </p:nvPicPr>
              <p:blipFill>
                <a:blip r:embed="rId16"/>
                <a:stretch>
                  <a:fillRect/>
                </a:stretch>
              </p:blipFill>
              <p:spPr>
                <a:xfrm>
                  <a:off x="2014123" y="2254568"/>
                  <a:ext cx="84960" cy="489240"/>
                </a:xfrm>
                <a:prstGeom prst="rect">
                  <a:avLst/>
                </a:prstGeom>
              </p:spPr>
            </p:pic>
          </mc:Fallback>
        </mc:AlternateContent>
      </p:grpSp>
      <p:grpSp>
        <p:nvGrpSpPr>
          <p:cNvPr id="23" name="Grupo 22">
            <a:extLst>
              <a:ext uri="{FF2B5EF4-FFF2-40B4-BE49-F238E27FC236}">
                <a16:creationId xmlns:a16="http://schemas.microsoft.com/office/drawing/2014/main" id="{09ED68C1-4357-6809-11F0-F3DB4471B5AE}"/>
              </a:ext>
            </a:extLst>
          </p:cNvPr>
          <p:cNvGrpSpPr/>
          <p:nvPr/>
        </p:nvGrpSpPr>
        <p:grpSpPr>
          <a:xfrm>
            <a:off x="2563123" y="2203448"/>
            <a:ext cx="1005840" cy="562320"/>
            <a:chOff x="2563123" y="2203448"/>
            <a:chExt cx="1005840" cy="562320"/>
          </a:xfrm>
        </p:grpSpPr>
        <mc:AlternateContent xmlns:mc="http://schemas.openxmlformats.org/markup-compatibility/2006">
          <mc:Choice xmlns:p14="http://schemas.microsoft.com/office/powerpoint/2010/main" Requires="p14">
            <p:contentPart p14:bwMode="auto" r:id="rId17">
              <p14:nvContentPartPr>
                <p14:cNvPr id="16" name="Entrada de lápiz 15">
                  <a:extLst>
                    <a:ext uri="{FF2B5EF4-FFF2-40B4-BE49-F238E27FC236}">
                      <a16:creationId xmlns:a16="http://schemas.microsoft.com/office/drawing/2014/main" id="{9C9B303A-5647-8BEF-062F-2FE3647423B3}"/>
                    </a:ext>
                  </a:extLst>
                </p14:cNvPr>
                <p14:cNvContentPartPr/>
                <p14:nvPr/>
              </p14:nvContentPartPr>
              <p14:xfrm>
                <a:off x="2563123" y="2203448"/>
                <a:ext cx="111240" cy="562320"/>
              </p14:xfrm>
            </p:contentPart>
          </mc:Choice>
          <mc:Fallback>
            <p:pic>
              <p:nvPicPr>
                <p:cNvPr id="16" name="Entrada de lápiz 15">
                  <a:extLst>
                    <a:ext uri="{FF2B5EF4-FFF2-40B4-BE49-F238E27FC236}">
                      <a16:creationId xmlns:a16="http://schemas.microsoft.com/office/drawing/2014/main" id="{9C9B303A-5647-8BEF-062F-2FE3647423B3}"/>
                    </a:ext>
                  </a:extLst>
                </p:cNvPr>
                <p:cNvPicPr/>
                <p:nvPr/>
              </p:nvPicPr>
              <p:blipFill>
                <a:blip r:embed="rId18"/>
                <a:stretch>
                  <a:fillRect/>
                </a:stretch>
              </p:blipFill>
              <p:spPr>
                <a:xfrm>
                  <a:off x="2554123" y="2194448"/>
                  <a:ext cx="128880" cy="5799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7" name="Entrada de lápiz 16">
                  <a:extLst>
                    <a:ext uri="{FF2B5EF4-FFF2-40B4-BE49-F238E27FC236}">
                      <a16:creationId xmlns:a16="http://schemas.microsoft.com/office/drawing/2014/main" id="{9298C6BE-1DD7-47C5-35DF-E3258BB70617}"/>
                    </a:ext>
                  </a:extLst>
                </p14:cNvPr>
                <p14:cNvContentPartPr/>
                <p14:nvPr/>
              </p14:nvContentPartPr>
              <p14:xfrm>
                <a:off x="2711803" y="2321528"/>
                <a:ext cx="106920" cy="389880"/>
              </p14:xfrm>
            </p:contentPart>
          </mc:Choice>
          <mc:Fallback>
            <p:pic>
              <p:nvPicPr>
                <p:cNvPr id="17" name="Entrada de lápiz 16">
                  <a:extLst>
                    <a:ext uri="{FF2B5EF4-FFF2-40B4-BE49-F238E27FC236}">
                      <a16:creationId xmlns:a16="http://schemas.microsoft.com/office/drawing/2014/main" id="{9298C6BE-1DD7-47C5-35DF-E3258BB70617}"/>
                    </a:ext>
                  </a:extLst>
                </p:cNvPr>
                <p:cNvPicPr/>
                <p:nvPr/>
              </p:nvPicPr>
              <p:blipFill>
                <a:blip r:embed="rId20"/>
                <a:stretch>
                  <a:fillRect/>
                </a:stretch>
              </p:blipFill>
              <p:spPr>
                <a:xfrm>
                  <a:off x="2703163" y="2312528"/>
                  <a:ext cx="124560" cy="40752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9" name="Entrada de lápiz 18">
                  <a:extLst>
                    <a:ext uri="{FF2B5EF4-FFF2-40B4-BE49-F238E27FC236}">
                      <a16:creationId xmlns:a16="http://schemas.microsoft.com/office/drawing/2014/main" id="{28AEFFD7-9133-DD98-D07F-D401E36F5B0C}"/>
                    </a:ext>
                  </a:extLst>
                </p14:cNvPr>
                <p14:cNvContentPartPr/>
                <p14:nvPr/>
              </p14:nvContentPartPr>
              <p14:xfrm>
                <a:off x="2998003" y="2353568"/>
                <a:ext cx="31320" cy="298080"/>
              </p14:xfrm>
            </p:contentPart>
          </mc:Choice>
          <mc:Fallback>
            <p:pic>
              <p:nvPicPr>
                <p:cNvPr id="19" name="Entrada de lápiz 18">
                  <a:extLst>
                    <a:ext uri="{FF2B5EF4-FFF2-40B4-BE49-F238E27FC236}">
                      <a16:creationId xmlns:a16="http://schemas.microsoft.com/office/drawing/2014/main" id="{28AEFFD7-9133-DD98-D07F-D401E36F5B0C}"/>
                    </a:ext>
                  </a:extLst>
                </p:cNvPr>
                <p:cNvPicPr/>
                <p:nvPr/>
              </p:nvPicPr>
              <p:blipFill>
                <a:blip r:embed="rId22"/>
                <a:stretch>
                  <a:fillRect/>
                </a:stretch>
              </p:blipFill>
              <p:spPr>
                <a:xfrm>
                  <a:off x="2989003" y="2344568"/>
                  <a:ext cx="48960" cy="31572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1" name="Entrada de lápiz 20">
                  <a:extLst>
                    <a:ext uri="{FF2B5EF4-FFF2-40B4-BE49-F238E27FC236}">
                      <a16:creationId xmlns:a16="http://schemas.microsoft.com/office/drawing/2014/main" id="{EEFAD8E3-194F-8CE3-EB57-F87B451D5381}"/>
                    </a:ext>
                  </a:extLst>
                </p14:cNvPr>
                <p14:cNvContentPartPr/>
                <p14:nvPr/>
              </p14:nvContentPartPr>
              <p14:xfrm>
                <a:off x="2892883" y="2502608"/>
                <a:ext cx="208800" cy="16200"/>
              </p14:xfrm>
            </p:contentPart>
          </mc:Choice>
          <mc:Fallback>
            <p:pic>
              <p:nvPicPr>
                <p:cNvPr id="21" name="Entrada de lápiz 20">
                  <a:extLst>
                    <a:ext uri="{FF2B5EF4-FFF2-40B4-BE49-F238E27FC236}">
                      <a16:creationId xmlns:a16="http://schemas.microsoft.com/office/drawing/2014/main" id="{EEFAD8E3-194F-8CE3-EB57-F87B451D5381}"/>
                    </a:ext>
                  </a:extLst>
                </p:cNvPr>
                <p:cNvPicPr/>
                <p:nvPr/>
              </p:nvPicPr>
              <p:blipFill>
                <a:blip r:embed="rId24"/>
                <a:stretch>
                  <a:fillRect/>
                </a:stretch>
              </p:blipFill>
              <p:spPr>
                <a:xfrm>
                  <a:off x="2883883" y="2493608"/>
                  <a:ext cx="226440" cy="3384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2" name="Entrada de lápiz 21">
                  <a:extLst>
                    <a:ext uri="{FF2B5EF4-FFF2-40B4-BE49-F238E27FC236}">
                      <a16:creationId xmlns:a16="http://schemas.microsoft.com/office/drawing/2014/main" id="{365D7D4A-9EA4-0D85-1BBB-EEB24DEEE885}"/>
                    </a:ext>
                  </a:extLst>
                </p14:cNvPr>
                <p14:cNvContentPartPr/>
                <p14:nvPr/>
              </p14:nvContentPartPr>
              <p14:xfrm>
                <a:off x="3252523" y="2432048"/>
                <a:ext cx="316440" cy="206280"/>
              </p14:xfrm>
            </p:contentPart>
          </mc:Choice>
          <mc:Fallback>
            <p:pic>
              <p:nvPicPr>
                <p:cNvPr id="22" name="Entrada de lápiz 21">
                  <a:extLst>
                    <a:ext uri="{FF2B5EF4-FFF2-40B4-BE49-F238E27FC236}">
                      <a16:creationId xmlns:a16="http://schemas.microsoft.com/office/drawing/2014/main" id="{365D7D4A-9EA4-0D85-1BBB-EEB24DEEE885}"/>
                    </a:ext>
                  </a:extLst>
                </p:cNvPr>
                <p:cNvPicPr/>
                <p:nvPr/>
              </p:nvPicPr>
              <p:blipFill>
                <a:blip r:embed="rId26"/>
                <a:stretch>
                  <a:fillRect/>
                </a:stretch>
              </p:blipFill>
              <p:spPr>
                <a:xfrm>
                  <a:off x="3243523" y="2423408"/>
                  <a:ext cx="334080" cy="223920"/>
                </a:xfrm>
                <a:prstGeom prst="rect">
                  <a:avLst/>
                </a:prstGeom>
              </p:spPr>
            </p:pic>
          </mc:Fallback>
        </mc:AlternateContent>
      </p:grpSp>
      <p:grpSp>
        <p:nvGrpSpPr>
          <p:cNvPr id="26" name="Grupo 25">
            <a:extLst>
              <a:ext uri="{FF2B5EF4-FFF2-40B4-BE49-F238E27FC236}">
                <a16:creationId xmlns:a16="http://schemas.microsoft.com/office/drawing/2014/main" id="{DF7CDA07-FB5B-B192-29A0-96E13DBC7605}"/>
              </a:ext>
            </a:extLst>
          </p:cNvPr>
          <p:cNvGrpSpPr/>
          <p:nvPr/>
        </p:nvGrpSpPr>
        <p:grpSpPr>
          <a:xfrm>
            <a:off x="3279163" y="2158808"/>
            <a:ext cx="514440" cy="523080"/>
            <a:chOff x="3279163" y="2158808"/>
            <a:chExt cx="514440" cy="523080"/>
          </a:xfrm>
        </p:grpSpPr>
        <mc:AlternateContent xmlns:mc="http://schemas.openxmlformats.org/markup-compatibility/2006">
          <mc:Choice xmlns:p14="http://schemas.microsoft.com/office/powerpoint/2010/main" Requires="p14">
            <p:contentPart p14:bwMode="auto" r:id="rId27">
              <p14:nvContentPartPr>
                <p14:cNvPr id="24" name="Entrada de lápiz 23">
                  <a:extLst>
                    <a:ext uri="{FF2B5EF4-FFF2-40B4-BE49-F238E27FC236}">
                      <a16:creationId xmlns:a16="http://schemas.microsoft.com/office/drawing/2014/main" id="{F37D342B-59AB-806C-36C4-B25162D7F88A}"/>
                    </a:ext>
                  </a:extLst>
                </p14:cNvPr>
                <p14:cNvContentPartPr/>
                <p14:nvPr/>
              </p14:nvContentPartPr>
              <p14:xfrm>
                <a:off x="3279163" y="2285528"/>
                <a:ext cx="42840" cy="38520"/>
              </p14:xfrm>
            </p:contentPart>
          </mc:Choice>
          <mc:Fallback>
            <p:pic>
              <p:nvPicPr>
                <p:cNvPr id="24" name="Entrada de lápiz 23">
                  <a:extLst>
                    <a:ext uri="{FF2B5EF4-FFF2-40B4-BE49-F238E27FC236}">
                      <a16:creationId xmlns:a16="http://schemas.microsoft.com/office/drawing/2014/main" id="{F37D342B-59AB-806C-36C4-B25162D7F88A}"/>
                    </a:ext>
                  </a:extLst>
                </p:cNvPr>
                <p:cNvPicPr/>
                <p:nvPr/>
              </p:nvPicPr>
              <p:blipFill>
                <a:blip r:embed="rId28"/>
                <a:stretch>
                  <a:fillRect/>
                </a:stretch>
              </p:blipFill>
              <p:spPr>
                <a:xfrm>
                  <a:off x="3270523" y="2276528"/>
                  <a:ext cx="6048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5" name="Entrada de lápiz 24">
                  <a:extLst>
                    <a:ext uri="{FF2B5EF4-FFF2-40B4-BE49-F238E27FC236}">
                      <a16:creationId xmlns:a16="http://schemas.microsoft.com/office/drawing/2014/main" id="{59207409-429D-9B8E-44E0-F21F65D49D1A}"/>
                    </a:ext>
                  </a:extLst>
                </p14:cNvPr>
                <p14:cNvContentPartPr/>
                <p14:nvPr/>
              </p14:nvContentPartPr>
              <p14:xfrm>
                <a:off x="3477523" y="2158808"/>
                <a:ext cx="316080" cy="523080"/>
              </p14:xfrm>
            </p:contentPart>
          </mc:Choice>
          <mc:Fallback>
            <p:pic>
              <p:nvPicPr>
                <p:cNvPr id="25" name="Entrada de lápiz 24">
                  <a:extLst>
                    <a:ext uri="{FF2B5EF4-FFF2-40B4-BE49-F238E27FC236}">
                      <a16:creationId xmlns:a16="http://schemas.microsoft.com/office/drawing/2014/main" id="{59207409-429D-9B8E-44E0-F21F65D49D1A}"/>
                    </a:ext>
                  </a:extLst>
                </p:cNvPr>
                <p:cNvPicPr/>
                <p:nvPr/>
              </p:nvPicPr>
              <p:blipFill>
                <a:blip r:embed="rId30"/>
                <a:stretch>
                  <a:fillRect/>
                </a:stretch>
              </p:blipFill>
              <p:spPr>
                <a:xfrm>
                  <a:off x="3468523" y="2149808"/>
                  <a:ext cx="333720" cy="540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1">
            <p14:nvContentPartPr>
              <p14:cNvPr id="27" name="Entrada de lápiz 26">
                <a:extLst>
                  <a:ext uri="{FF2B5EF4-FFF2-40B4-BE49-F238E27FC236}">
                    <a16:creationId xmlns:a16="http://schemas.microsoft.com/office/drawing/2014/main" id="{068F6AE8-F602-31B2-EEE9-595F85DE03D7}"/>
                  </a:ext>
                </a:extLst>
              </p14:cNvPr>
              <p14:cNvContentPartPr/>
              <p14:nvPr/>
            </p14:nvContentPartPr>
            <p14:xfrm>
              <a:off x="3687043" y="2036408"/>
              <a:ext cx="167040" cy="164880"/>
            </p14:xfrm>
          </p:contentPart>
        </mc:Choice>
        <mc:Fallback>
          <p:pic>
            <p:nvPicPr>
              <p:cNvPr id="27" name="Entrada de lápiz 26">
                <a:extLst>
                  <a:ext uri="{FF2B5EF4-FFF2-40B4-BE49-F238E27FC236}">
                    <a16:creationId xmlns:a16="http://schemas.microsoft.com/office/drawing/2014/main" id="{068F6AE8-F602-31B2-EEE9-595F85DE03D7}"/>
                  </a:ext>
                </a:extLst>
              </p:cNvPr>
              <p:cNvPicPr/>
              <p:nvPr/>
            </p:nvPicPr>
            <p:blipFill>
              <a:blip r:embed="rId32"/>
              <a:stretch>
                <a:fillRect/>
              </a:stretch>
            </p:blipFill>
            <p:spPr>
              <a:xfrm>
                <a:off x="3678043" y="2027768"/>
                <a:ext cx="18468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32" name="Entrada de lápiz 31">
                <a:extLst>
                  <a:ext uri="{FF2B5EF4-FFF2-40B4-BE49-F238E27FC236}">
                    <a16:creationId xmlns:a16="http://schemas.microsoft.com/office/drawing/2014/main" id="{3481D431-DB20-2A72-1C70-8C74AE0118E7}"/>
                  </a:ext>
                </a:extLst>
              </p14:cNvPr>
              <p14:cNvContentPartPr/>
              <p14:nvPr/>
            </p14:nvContentPartPr>
            <p14:xfrm>
              <a:off x="5426203" y="1963328"/>
              <a:ext cx="166320" cy="508680"/>
            </p14:xfrm>
          </p:contentPart>
        </mc:Choice>
        <mc:Fallback>
          <p:pic>
            <p:nvPicPr>
              <p:cNvPr id="32" name="Entrada de lápiz 31">
                <a:extLst>
                  <a:ext uri="{FF2B5EF4-FFF2-40B4-BE49-F238E27FC236}">
                    <a16:creationId xmlns:a16="http://schemas.microsoft.com/office/drawing/2014/main" id="{3481D431-DB20-2A72-1C70-8C74AE0118E7}"/>
                  </a:ext>
                </a:extLst>
              </p:cNvPr>
              <p:cNvPicPr/>
              <p:nvPr/>
            </p:nvPicPr>
            <p:blipFill>
              <a:blip r:embed="rId34"/>
              <a:stretch>
                <a:fillRect/>
              </a:stretch>
            </p:blipFill>
            <p:spPr>
              <a:xfrm>
                <a:off x="5417563" y="1954328"/>
                <a:ext cx="183960" cy="526320"/>
              </a:xfrm>
              <a:prstGeom prst="rect">
                <a:avLst/>
              </a:prstGeom>
            </p:spPr>
          </p:pic>
        </mc:Fallback>
      </mc:AlternateContent>
      <p:grpSp>
        <p:nvGrpSpPr>
          <p:cNvPr id="34" name="Grupo 33">
            <a:extLst>
              <a:ext uri="{FF2B5EF4-FFF2-40B4-BE49-F238E27FC236}">
                <a16:creationId xmlns:a16="http://schemas.microsoft.com/office/drawing/2014/main" id="{AA0BF16C-B283-4261-B0A5-EE6B5A66F568}"/>
              </a:ext>
            </a:extLst>
          </p:cNvPr>
          <p:cNvGrpSpPr/>
          <p:nvPr/>
        </p:nvGrpSpPr>
        <p:grpSpPr>
          <a:xfrm>
            <a:off x="4002043" y="2488568"/>
            <a:ext cx="2322360" cy="377640"/>
            <a:chOff x="4002043" y="2488568"/>
            <a:chExt cx="2322360" cy="377640"/>
          </a:xfrm>
        </p:grpSpPr>
        <mc:AlternateContent xmlns:mc="http://schemas.openxmlformats.org/markup-compatibility/2006">
          <mc:Choice xmlns:p14="http://schemas.microsoft.com/office/powerpoint/2010/main" Requires="p14">
            <p:contentPart p14:bwMode="auto" r:id="rId35">
              <p14:nvContentPartPr>
                <p14:cNvPr id="28" name="Entrada de lápiz 27">
                  <a:extLst>
                    <a:ext uri="{FF2B5EF4-FFF2-40B4-BE49-F238E27FC236}">
                      <a16:creationId xmlns:a16="http://schemas.microsoft.com/office/drawing/2014/main" id="{5FD3DA7C-B5B0-B2DE-8F17-355FE1CC829B}"/>
                    </a:ext>
                  </a:extLst>
                </p14:cNvPr>
                <p14:cNvContentPartPr/>
                <p14:nvPr/>
              </p14:nvContentPartPr>
              <p14:xfrm>
                <a:off x="4002043" y="2623208"/>
                <a:ext cx="883440" cy="16560"/>
              </p14:xfrm>
            </p:contentPart>
          </mc:Choice>
          <mc:Fallback>
            <p:pic>
              <p:nvPicPr>
                <p:cNvPr id="28" name="Entrada de lápiz 27">
                  <a:extLst>
                    <a:ext uri="{FF2B5EF4-FFF2-40B4-BE49-F238E27FC236}">
                      <a16:creationId xmlns:a16="http://schemas.microsoft.com/office/drawing/2014/main" id="{5FD3DA7C-B5B0-B2DE-8F17-355FE1CC829B}"/>
                    </a:ext>
                  </a:extLst>
                </p:cNvPr>
                <p:cNvPicPr/>
                <p:nvPr/>
              </p:nvPicPr>
              <p:blipFill>
                <a:blip r:embed="rId36"/>
                <a:stretch>
                  <a:fillRect/>
                </a:stretch>
              </p:blipFill>
              <p:spPr>
                <a:xfrm>
                  <a:off x="3993043" y="2614208"/>
                  <a:ext cx="90108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9" name="Entrada de lápiz 28">
                  <a:extLst>
                    <a:ext uri="{FF2B5EF4-FFF2-40B4-BE49-F238E27FC236}">
                      <a16:creationId xmlns:a16="http://schemas.microsoft.com/office/drawing/2014/main" id="{AE854EC3-71CB-A8FE-0ADE-E1D718AD413E}"/>
                    </a:ext>
                  </a:extLst>
                </p14:cNvPr>
                <p14:cNvContentPartPr/>
                <p14:nvPr/>
              </p14:nvContentPartPr>
              <p14:xfrm>
                <a:off x="4841563" y="2488568"/>
                <a:ext cx="163800" cy="377640"/>
              </p14:xfrm>
            </p:contentPart>
          </mc:Choice>
          <mc:Fallback>
            <p:pic>
              <p:nvPicPr>
                <p:cNvPr id="29" name="Entrada de lápiz 28">
                  <a:extLst>
                    <a:ext uri="{FF2B5EF4-FFF2-40B4-BE49-F238E27FC236}">
                      <a16:creationId xmlns:a16="http://schemas.microsoft.com/office/drawing/2014/main" id="{AE854EC3-71CB-A8FE-0ADE-E1D718AD413E}"/>
                    </a:ext>
                  </a:extLst>
                </p:cNvPr>
                <p:cNvPicPr/>
                <p:nvPr/>
              </p:nvPicPr>
              <p:blipFill>
                <a:blip r:embed="rId38"/>
                <a:stretch>
                  <a:fillRect/>
                </a:stretch>
              </p:blipFill>
              <p:spPr>
                <a:xfrm>
                  <a:off x="4832923" y="2479568"/>
                  <a:ext cx="181440" cy="3952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33" name="Entrada de lápiz 32">
                  <a:extLst>
                    <a:ext uri="{FF2B5EF4-FFF2-40B4-BE49-F238E27FC236}">
                      <a16:creationId xmlns:a16="http://schemas.microsoft.com/office/drawing/2014/main" id="{C11F3B0B-CF4D-2CA1-E68F-8FF6DF936217}"/>
                    </a:ext>
                  </a:extLst>
                </p14:cNvPr>
                <p14:cNvContentPartPr/>
                <p14:nvPr/>
              </p14:nvContentPartPr>
              <p14:xfrm>
                <a:off x="5171323" y="2698088"/>
                <a:ext cx="1153080" cy="30960"/>
              </p14:xfrm>
            </p:contentPart>
          </mc:Choice>
          <mc:Fallback>
            <p:pic>
              <p:nvPicPr>
                <p:cNvPr id="33" name="Entrada de lápiz 32">
                  <a:extLst>
                    <a:ext uri="{FF2B5EF4-FFF2-40B4-BE49-F238E27FC236}">
                      <a16:creationId xmlns:a16="http://schemas.microsoft.com/office/drawing/2014/main" id="{C11F3B0B-CF4D-2CA1-E68F-8FF6DF936217}"/>
                    </a:ext>
                  </a:extLst>
                </p:cNvPr>
                <p:cNvPicPr/>
                <p:nvPr/>
              </p:nvPicPr>
              <p:blipFill>
                <a:blip r:embed="rId40"/>
                <a:stretch>
                  <a:fillRect/>
                </a:stretch>
              </p:blipFill>
              <p:spPr>
                <a:xfrm>
                  <a:off x="5162683" y="2689088"/>
                  <a:ext cx="1170720" cy="48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1">
            <p14:nvContentPartPr>
              <p14:cNvPr id="41" name="Entrada de lápiz 40">
                <a:extLst>
                  <a:ext uri="{FF2B5EF4-FFF2-40B4-BE49-F238E27FC236}">
                    <a16:creationId xmlns:a16="http://schemas.microsoft.com/office/drawing/2014/main" id="{24E06951-134F-29F4-7C0B-A247B6D9F85E}"/>
                  </a:ext>
                </a:extLst>
              </p14:cNvPr>
              <p14:cNvContentPartPr/>
              <p14:nvPr/>
            </p14:nvContentPartPr>
            <p14:xfrm>
              <a:off x="5591083" y="3078608"/>
              <a:ext cx="161640" cy="117000"/>
            </p14:xfrm>
          </p:contentPart>
        </mc:Choice>
        <mc:Fallback>
          <p:pic>
            <p:nvPicPr>
              <p:cNvPr id="41" name="Entrada de lápiz 40">
                <a:extLst>
                  <a:ext uri="{FF2B5EF4-FFF2-40B4-BE49-F238E27FC236}">
                    <a16:creationId xmlns:a16="http://schemas.microsoft.com/office/drawing/2014/main" id="{24E06951-134F-29F4-7C0B-A247B6D9F85E}"/>
                  </a:ext>
                </a:extLst>
              </p:cNvPr>
              <p:cNvPicPr/>
              <p:nvPr/>
            </p:nvPicPr>
            <p:blipFill>
              <a:blip r:embed="rId42"/>
              <a:stretch>
                <a:fillRect/>
              </a:stretch>
            </p:blipFill>
            <p:spPr>
              <a:xfrm>
                <a:off x="5582443" y="3069608"/>
                <a:ext cx="179280" cy="134640"/>
              </a:xfrm>
              <a:prstGeom prst="rect">
                <a:avLst/>
              </a:prstGeom>
            </p:spPr>
          </p:pic>
        </mc:Fallback>
      </mc:AlternateContent>
      <p:grpSp>
        <p:nvGrpSpPr>
          <p:cNvPr id="53" name="Grupo 52">
            <a:extLst>
              <a:ext uri="{FF2B5EF4-FFF2-40B4-BE49-F238E27FC236}">
                <a16:creationId xmlns:a16="http://schemas.microsoft.com/office/drawing/2014/main" id="{1D7567A8-F908-45F3-A5A1-E09BEAF9086C}"/>
              </a:ext>
            </a:extLst>
          </p:cNvPr>
          <p:cNvGrpSpPr/>
          <p:nvPr/>
        </p:nvGrpSpPr>
        <p:grpSpPr>
          <a:xfrm>
            <a:off x="5230003" y="2832728"/>
            <a:ext cx="760680" cy="493560"/>
            <a:chOff x="5230003" y="2832728"/>
            <a:chExt cx="760680" cy="493560"/>
          </a:xfrm>
        </p:grpSpPr>
        <mc:AlternateContent xmlns:mc="http://schemas.openxmlformats.org/markup-compatibility/2006">
          <mc:Choice xmlns:p14="http://schemas.microsoft.com/office/powerpoint/2010/main" Requires="p14">
            <p:contentPart p14:bwMode="auto" r:id="rId43">
              <p14:nvContentPartPr>
                <p14:cNvPr id="35" name="Entrada de lápiz 34">
                  <a:extLst>
                    <a:ext uri="{FF2B5EF4-FFF2-40B4-BE49-F238E27FC236}">
                      <a16:creationId xmlns:a16="http://schemas.microsoft.com/office/drawing/2014/main" id="{093B7480-26A1-DDA6-2CCB-BACA5D13CEA9}"/>
                    </a:ext>
                  </a:extLst>
                </p14:cNvPr>
                <p14:cNvContentPartPr/>
                <p14:nvPr/>
              </p14:nvContentPartPr>
              <p14:xfrm>
                <a:off x="5230003" y="2832728"/>
                <a:ext cx="91800" cy="493560"/>
              </p14:xfrm>
            </p:contentPart>
          </mc:Choice>
          <mc:Fallback>
            <p:pic>
              <p:nvPicPr>
                <p:cNvPr id="35" name="Entrada de lápiz 34">
                  <a:extLst>
                    <a:ext uri="{FF2B5EF4-FFF2-40B4-BE49-F238E27FC236}">
                      <a16:creationId xmlns:a16="http://schemas.microsoft.com/office/drawing/2014/main" id="{093B7480-26A1-DDA6-2CCB-BACA5D13CEA9}"/>
                    </a:ext>
                  </a:extLst>
                </p:cNvPr>
                <p:cNvPicPr/>
                <p:nvPr/>
              </p:nvPicPr>
              <p:blipFill>
                <a:blip r:embed="rId44"/>
                <a:stretch>
                  <a:fillRect/>
                </a:stretch>
              </p:blipFill>
              <p:spPr>
                <a:xfrm>
                  <a:off x="5221363" y="2824088"/>
                  <a:ext cx="109440" cy="51120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6" name="Entrada de lápiz 35">
                  <a:extLst>
                    <a:ext uri="{FF2B5EF4-FFF2-40B4-BE49-F238E27FC236}">
                      <a16:creationId xmlns:a16="http://schemas.microsoft.com/office/drawing/2014/main" id="{0D2425E5-E24C-B4A7-0B1C-C566CF6B7A8B}"/>
                    </a:ext>
                  </a:extLst>
                </p14:cNvPr>
                <p14:cNvContentPartPr/>
                <p14:nvPr/>
              </p14:nvContentPartPr>
              <p14:xfrm>
                <a:off x="5321443" y="3004808"/>
                <a:ext cx="60480" cy="245880"/>
              </p14:xfrm>
            </p:contentPart>
          </mc:Choice>
          <mc:Fallback>
            <p:pic>
              <p:nvPicPr>
                <p:cNvPr id="36" name="Entrada de lápiz 35">
                  <a:extLst>
                    <a:ext uri="{FF2B5EF4-FFF2-40B4-BE49-F238E27FC236}">
                      <a16:creationId xmlns:a16="http://schemas.microsoft.com/office/drawing/2014/main" id="{0D2425E5-E24C-B4A7-0B1C-C566CF6B7A8B}"/>
                    </a:ext>
                  </a:extLst>
                </p:cNvPr>
                <p:cNvPicPr/>
                <p:nvPr/>
              </p:nvPicPr>
              <p:blipFill>
                <a:blip r:embed="rId46"/>
                <a:stretch>
                  <a:fillRect/>
                </a:stretch>
              </p:blipFill>
              <p:spPr>
                <a:xfrm>
                  <a:off x="5312803" y="2995808"/>
                  <a:ext cx="78120" cy="26352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8" name="Entrada de lápiz 37">
                  <a:extLst>
                    <a:ext uri="{FF2B5EF4-FFF2-40B4-BE49-F238E27FC236}">
                      <a16:creationId xmlns:a16="http://schemas.microsoft.com/office/drawing/2014/main" id="{A22958FD-65D8-B610-7840-7AD97CCFD33F}"/>
                    </a:ext>
                  </a:extLst>
                </p14:cNvPr>
                <p14:cNvContentPartPr/>
                <p14:nvPr/>
              </p14:nvContentPartPr>
              <p14:xfrm>
                <a:off x="5486323" y="3042968"/>
                <a:ext cx="15840" cy="178560"/>
              </p14:xfrm>
            </p:contentPart>
          </mc:Choice>
          <mc:Fallback>
            <p:pic>
              <p:nvPicPr>
                <p:cNvPr id="38" name="Entrada de lápiz 37">
                  <a:extLst>
                    <a:ext uri="{FF2B5EF4-FFF2-40B4-BE49-F238E27FC236}">
                      <a16:creationId xmlns:a16="http://schemas.microsoft.com/office/drawing/2014/main" id="{A22958FD-65D8-B610-7840-7AD97CCFD33F}"/>
                    </a:ext>
                  </a:extLst>
                </p:cNvPr>
                <p:cNvPicPr/>
                <p:nvPr/>
              </p:nvPicPr>
              <p:blipFill>
                <a:blip r:embed="rId48"/>
                <a:stretch>
                  <a:fillRect/>
                </a:stretch>
              </p:blipFill>
              <p:spPr>
                <a:xfrm>
                  <a:off x="5477683" y="3034328"/>
                  <a:ext cx="33480" cy="19620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9" name="Entrada de lápiz 38">
                  <a:extLst>
                    <a:ext uri="{FF2B5EF4-FFF2-40B4-BE49-F238E27FC236}">
                      <a16:creationId xmlns:a16="http://schemas.microsoft.com/office/drawing/2014/main" id="{1BAFEBA2-E4F5-9126-CE45-F8CE7458760C}"/>
                    </a:ext>
                  </a:extLst>
                </p14:cNvPr>
                <p14:cNvContentPartPr/>
                <p14:nvPr/>
              </p14:nvContentPartPr>
              <p14:xfrm>
                <a:off x="5440963" y="3117848"/>
                <a:ext cx="102600" cy="360"/>
              </p14:xfrm>
            </p:contentPart>
          </mc:Choice>
          <mc:Fallback>
            <p:pic>
              <p:nvPicPr>
                <p:cNvPr id="39" name="Entrada de lápiz 38">
                  <a:extLst>
                    <a:ext uri="{FF2B5EF4-FFF2-40B4-BE49-F238E27FC236}">
                      <a16:creationId xmlns:a16="http://schemas.microsoft.com/office/drawing/2014/main" id="{1BAFEBA2-E4F5-9126-CE45-F8CE7458760C}"/>
                    </a:ext>
                  </a:extLst>
                </p:cNvPr>
                <p:cNvPicPr/>
                <p:nvPr/>
              </p:nvPicPr>
              <p:blipFill>
                <a:blip r:embed="rId50"/>
                <a:stretch>
                  <a:fillRect/>
                </a:stretch>
              </p:blipFill>
              <p:spPr>
                <a:xfrm>
                  <a:off x="5432323" y="3108848"/>
                  <a:ext cx="12024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43" name="Entrada de lápiz 42">
                  <a:extLst>
                    <a:ext uri="{FF2B5EF4-FFF2-40B4-BE49-F238E27FC236}">
                      <a16:creationId xmlns:a16="http://schemas.microsoft.com/office/drawing/2014/main" id="{2CDF1DB2-DE58-D302-D4B7-B3184A232898}"/>
                    </a:ext>
                  </a:extLst>
                </p14:cNvPr>
                <p14:cNvContentPartPr/>
                <p14:nvPr/>
              </p14:nvContentPartPr>
              <p14:xfrm>
                <a:off x="5621323" y="2997608"/>
                <a:ext cx="2880" cy="360"/>
              </p14:xfrm>
            </p:contentPart>
          </mc:Choice>
          <mc:Fallback>
            <p:pic>
              <p:nvPicPr>
                <p:cNvPr id="43" name="Entrada de lápiz 42">
                  <a:extLst>
                    <a:ext uri="{FF2B5EF4-FFF2-40B4-BE49-F238E27FC236}">
                      <a16:creationId xmlns:a16="http://schemas.microsoft.com/office/drawing/2014/main" id="{2CDF1DB2-DE58-D302-D4B7-B3184A232898}"/>
                    </a:ext>
                  </a:extLst>
                </p:cNvPr>
                <p:cNvPicPr/>
                <p:nvPr/>
              </p:nvPicPr>
              <p:blipFill>
                <a:blip r:embed="rId52"/>
                <a:stretch>
                  <a:fillRect/>
                </a:stretch>
              </p:blipFill>
              <p:spPr>
                <a:xfrm>
                  <a:off x="5612323" y="2988968"/>
                  <a:ext cx="2052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45" name="Entrada de lápiz 44">
                  <a:extLst>
                    <a:ext uri="{FF2B5EF4-FFF2-40B4-BE49-F238E27FC236}">
                      <a16:creationId xmlns:a16="http://schemas.microsoft.com/office/drawing/2014/main" id="{9A774ED5-D3BE-76ED-D4C1-FE1F54063DE0}"/>
                    </a:ext>
                  </a:extLst>
                </p14:cNvPr>
                <p14:cNvContentPartPr/>
                <p14:nvPr/>
              </p14:nvContentPartPr>
              <p14:xfrm>
                <a:off x="5636083" y="2952968"/>
                <a:ext cx="360" cy="2880"/>
              </p14:xfrm>
            </p:contentPart>
          </mc:Choice>
          <mc:Fallback>
            <p:pic>
              <p:nvPicPr>
                <p:cNvPr id="45" name="Entrada de lápiz 44">
                  <a:extLst>
                    <a:ext uri="{FF2B5EF4-FFF2-40B4-BE49-F238E27FC236}">
                      <a16:creationId xmlns:a16="http://schemas.microsoft.com/office/drawing/2014/main" id="{9A774ED5-D3BE-76ED-D4C1-FE1F54063DE0}"/>
                    </a:ext>
                  </a:extLst>
                </p:cNvPr>
                <p:cNvPicPr/>
                <p:nvPr/>
              </p:nvPicPr>
              <p:blipFill>
                <a:blip r:embed="rId52"/>
                <a:stretch>
                  <a:fillRect/>
                </a:stretch>
              </p:blipFill>
              <p:spPr>
                <a:xfrm>
                  <a:off x="5627083" y="2944328"/>
                  <a:ext cx="1800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47" name="Entrada de lápiz 46">
                  <a:extLst>
                    <a:ext uri="{FF2B5EF4-FFF2-40B4-BE49-F238E27FC236}">
                      <a16:creationId xmlns:a16="http://schemas.microsoft.com/office/drawing/2014/main" id="{848D9B41-307E-512C-1341-F9B07EAE38BA}"/>
                    </a:ext>
                  </a:extLst>
                </p14:cNvPr>
                <p14:cNvContentPartPr/>
                <p14:nvPr/>
              </p14:nvContentPartPr>
              <p14:xfrm>
                <a:off x="5636083" y="2952968"/>
                <a:ext cx="360" cy="360"/>
              </p14:xfrm>
            </p:contentPart>
          </mc:Choice>
          <mc:Fallback>
            <p:pic>
              <p:nvPicPr>
                <p:cNvPr id="47" name="Entrada de lápiz 46">
                  <a:extLst>
                    <a:ext uri="{FF2B5EF4-FFF2-40B4-BE49-F238E27FC236}">
                      <a16:creationId xmlns:a16="http://schemas.microsoft.com/office/drawing/2014/main" id="{848D9B41-307E-512C-1341-F9B07EAE38BA}"/>
                    </a:ext>
                  </a:extLst>
                </p:cNvPr>
                <p:cNvPicPr/>
                <p:nvPr/>
              </p:nvPicPr>
              <p:blipFill>
                <a:blip r:embed="rId52"/>
                <a:stretch>
                  <a:fillRect/>
                </a:stretch>
              </p:blipFill>
              <p:spPr>
                <a:xfrm>
                  <a:off x="5627083" y="294432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49" name="Entrada de lápiz 48">
                  <a:extLst>
                    <a:ext uri="{FF2B5EF4-FFF2-40B4-BE49-F238E27FC236}">
                      <a16:creationId xmlns:a16="http://schemas.microsoft.com/office/drawing/2014/main" id="{D9324FC0-9BDC-CE7A-6707-3C8BAA5D53E9}"/>
                    </a:ext>
                  </a:extLst>
                </p14:cNvPr>
                <p14:cNvContentPartPr/>
                <p14:nvPr/>
              </p14:nvContentPartPr>
              <p14:xfrm>
                <a:off x="5621323" y="2967728"/>
                <a:ext cx="360" cy="360"/>
              </p14:xfrm>
            </p:contentPart>
          </mc:Choice>
          <mc:Fallback>
            <p:pic>
              <p:nvPicPr>
                <p:cNvPr id="49" name="Entrada de lápiz 48">
                  <a:extLst>
                    <a:ext uri="{FF2B5EF4-FFF2-40B4-BE49-F238E27FC236}">
                      <a16:creationId xmlns:a16="http://schemas.microsoft.com/office/drawing/2014/main" id="{D9324FC0-9BDC-CE7A-6707-3C8BAA5D53E9}"/>
                    </a:ext>
                  </a:extLst>
                </p:cNvPr>
                <p:cNvPicPr/>
                <p:nvPr/>
              </p:nvPicPr>
              <p:blipFill>
                <a:blip r:embed="rId52"/>
                <a:stretch>
                  <a:fillRect/>
                </a:stretch>
              </p:blipFill>
              <p:spPr>
                <a:xfrm>
                  <a:off x="5612323" y="295872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50" name="Entrada de lápiz 49">
                  <a:extLst>
                    <a:ext uri="{FF2B5EF4-FFF2-40B4-BE49-F238E27FC236}">
                      <a16:creationId xmlns:a16="http://schemas.microsoft.com/office/drawing/2014/main" id="{BB2722F3-AC4B-D822-D249-99448C0E7B0F}"/>
                    </a:ext>
                  </a:extLst>
                </p14:cNvPr>
                <p14:cNvContentPartPr/>
                <p14:nvPr/>
              </p14:nvContentPartPr>
              <p14:xfrm>
                <a:off x="5621323" y="2967728"/>
                <a:ext cx="360" cy="360"/>
              </p14:xfrm>
            </p:contentPart>
          </mc:Choice>
          <mc:Fallback>
            <p:pic>
              <p:nvPicPr>
                <p:cNvPr id="50" name="Entrada de lápiz 49">
                  <a:extLst>
                    <a:ext uri="{FF2B5EF4-FFF2-40B4-BE49-F238E27FC236}">
                      <a16:creationId xmlns:a16="http://schemas.microsoft.com/office/drawing/2014/main" id="{BB2722F3-AC4B-D822-D249-99448C0E7B0F}"/>
                    </a:ext>
                  </a:extLst>
                </p:cNvPr>
                <p:cNvPicPr/>
                <p:nvPr/>
              </p:nvPicPr>
              <p:blipFill>
                <a:blip r:embed="rId52"/>
                <a:stretch>
                  <a:fillRect/>
                </a:stretch>
              </p:blipFill>
              <p:spPr>
                <a:xfrm>
                  <a:off x="5612323" y="295872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52" name="Entrada de lápiz 51">
                  <a:extLst>
                    <a:ext uri="{FF2B5EF4-FFF2-40B4-BE49-F238E27FC236}">
                      <a16:creationId xmlns:a16="http://schemas.microsoft.com/office/drawing/2014/main" id="{14630C26-0CB2-0661-CA5F-E28BA5229803}"/>
                    </a:ext>
                  </a:extLst>
                </p14:cNvPr>
                <p14:cNvContentPartPr/>
                <p14:nvPr/>
              </p14:nvContentPartPr>
              <p14:xfrm>
                <a:off x="5770723" y="2848208"/>
                <a:ext cx="219960" cy="468360"/>
              </p14:xfrm>
            </p:contentPart>
          </mc:Choice>
          <mc:Fallback>
            <p:pic>
              <p:nvPicPr>
                <p:cNvPr id="52" name="Entrada de lápiz 51">
                  <a:extLst>
                    <a:ext uri="{FF2B5EF4-FFF2-40B4-BE49-F238E27FC236}">
                      <a16:creationId xmlns:a16="http://schemas.microsoft.com/office/drawing/2014/main" id="{14630C26-0CB2-0661-CA5F-E28BA5229803}"/>
                    </a:ext>
                  </a:extLst>
                </p:cNvPr>
                <p:cNvPicPr/>
                <p:nvPr/>
              </p:nvPicPr>
              <p:blipFill>
                <a:blip r:embed="rId58"/>
                <a:stretch>
                  <a:fillRect/>
                </a:stretch>
              </p:blipFill>
              <p:spPr>
                <a:xfrm>
                  <a:off x="5762083" y="2839208"/>
                  <a:ext cx="237600" cy="486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9">
            <p14:nvContentPartPr>
              <p14:cNvPr id="54" name="Entrada de lápiz 53">
                <a:extLst>
                  <a:ext uri="{FF2B5EF4-FFF2-40B4-BE49-F238E27FC236}">
                    <a16:creationId xmlns:a16="http://schemas.microsoft.com/office/drawing/2014/main" id="{A6229AEA-61FC-A30C-E3A5-A60DE9D9D8D5}"/>
                  </a:ext>
                </a:extLst>
              </p14:cNvPr>
              <p14:cNvContentPartPr/>
              <p14:nvPr/>
            </p14:nvContentPartPr>
            <p14:xfrm>
              <a:off x="5979163" y="2814008"/>
              <a:ext cx="182520" cy="136800"/>
            </p14:xfrm>
          </p:contentPart>
        </mc:Choice>
        <mc:Fallback>
          <p:pic>
            <p:nvPicPr>
              <p:cNvPr id="54" name="Entrada de lápiz 53">
                <a:extLst>
                  <a:ext uri="{FF2B5EF4-FFF2-40B4-BE49-F238E27FC236}">
                    <a16:creationId xmlns:a16="http://schemas.microsoft.com/office/drawing/2014/main" id="{A6229AEA-61FC-A30C-E3A5-A60DE9D9D8D5}"/>
                  </a:ext>
                </a:extLst>
              </p:cNvPr>
              <p:cNvPicPr/>
              <p:nvPr/>
            </p:nvPicPr>
            <p:blipFill>
              <a:blip r:embed="rId60"/>
              <a:stretch>
                <a:fillRect/>
              </a:stretch>
            </p:blipFill>
            <p:spPr>
              <a:xfrm>
                <a:off x="5970163" y="2805368"/>
                <a:ext cx="200160" cy="154440"/>
              </a:xfrm>
              <a:prstGeom prst="rect">
                <a:avLst/>
              </a:prstGeom>
            </p:spPr>
          </p:pic>
        </mc:Fallback>
      </mc:AlternateContent>
      <p:grpSp>
        <p:nvGrpSpPr>
          <p:cNvPr id="59" name="Grupo 58">
            <a:extLst>
              <a:ext uri="{FF2B5EF4-FFF2-40B4-BE49-F238E27FC236}">
                <a16:creationId xmlns:a16="http://schemas.microsoft.com/office/drawing/2014/main" id="{B575FF87-6AB4-F8D2-871F-2187D8DE3FE6}"/>
              </a:ext>
            </a:extLst>
          </p:cNvPr>
          <p:cNvGrpSpPr/>
          <p:nvPr/>
        </p:nvGrpSpPr>
        <p:grpSpPr>
          <a:xfrm>
            <a:off x="7329883" y="2200928"/>
            <a:ext cx="316800" cy="435960"/>
            <a:chOff x="7329883" y="2200928"/>
            <a:chExt cx="316800" cy="435960"/>
          </a:xfrm>
        </p:grpSpPr>
        <mc:AlternateContent xmlns:mc="http://schemas.openxmlformats.org/markup-compatibility/2006">
          <mc:Choice xmlns:p14="http://schemas.microsoft.com/office/powerpoint/2010/main" Requires="p14">
            <p:contentPart p14:bwMode="auto" r:id="rId61">
              <p14:nvContentPartPr>
                <p14:cNvPr id="57" name="Entrada de lápiz 56">
                  <a:extLst>
                    <a:ext uri="{FF2B5EF4-FFF2-40B4-BE49-F238E27FC236}">
                      <a16:creationId xmlns:a16="http://schemas.microsoft.com/office/drawing/2014/main" id="{5A9C28E2-CDE6-6086-FFF4-C732FCED0CE3}"/>
                    </a:ext>
                  </a:extLst>
                </p14:cNvPr>
                <p14:cNvContentPartPr/>
                <p14:nvPr/>
              </p14:nvContentPartPr>
              <p14:xfrm>
                <a:off x="7390003" y="2293448"/>
                <a:ext cx="70200" cy="343440"/>
              </p14:xfrm>
            </p:contentPart>
          </mc:Choice>
          <mc:Fallback>
            <p:pic>
              <p:nvPicPr>
                <p:cNvPr id="57" name="Entrada de lápiz 56">
                  <a:extLst>
                    <a:ext uri="{FF2B5EF4-FFF2-40B4-BE49-F238E27FC236}">
                      <a16:creationId xmlns:a16="http://schemas.microsoft.com/office/drawing/2014/main" id="{5A9C28E2-CDE6-6086-FFF4-C732FCED0CE3}"/>
                    </a:ext>
                  </a:extLst>
                </p:cNvPr>
                <p:cNvPicPr/>
                <p:nvPr/>
              </p:nvPicPr>
              <p:blipFill>
                <a:blip r:embed="rId62"/>
                <a:stretch>
                  <a:fillRect/>
                </a:stretch>
              </p:blipFill>
              <p:spPr>
                <a:xfrm>
                  <a:off x="7381363" y="2284808"/>
                  <a:ext cx="87840" cy="36108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58" name="Entrada de lápiz 57">
                  <a:extLst>
                    <a:ext uri="{FF2B5EF4-FFF2-40B4-BE49-F238E27FC236}">
                      <a16:creationId xmlns:a16="http://schemas.microsoft.com/office/drawing/2014/main" id="{10A8CF3B-A6D8-9511-7CF4-6DAA9CA8CCAC}"/>
                    </a:ext>
                  </a:extLst>
                </p14:cNvPr>
                <p14:cNvContentPartPr/>
                <p14:nvPr/>
              </p14:nvContentPartPr>
              <p14:xfrm>
                <a:off x="7329883" y="2200928"/>
                <a:ext cx="316800" cy="214200"/>
              </p14:xfrm>
            </p:contentPart>
          </mc:Choice>
          <mc:Fallback>
            <p:pic>
              <p:nvPicPr>
                <p:cNvPr id="58" name="Entrada de lápiz 57">
                  <a:extLst>
                    <a:ext uri="{FF2B5EF4-FFF2-40B4-BE49-F238E27FC236}">
                      <a16:creationId xmlns:a16="http://schemas.microsoft.com/office/drawing/2014/main" id="{10A8CF3B-A6D8-9511-7CF4-6DAA9CA8CCAC}"/>
                    </a:ext>
                  </a:extLst>
                </p:cNvPr>
                <p:cNvPicPr/>
                <p:nvPr/>
              </p:nvPicPr>
              <p:blipFill>
                <a:blip r:embed="rId64"/>
                <a:stretch>
                  <a:fillRect/>
                </a:stretch>
              </p:blipFill>
              <p:spPr>
                <a:xfrm>
                  <a:off x="7321243" y="2192288"/>
                  <a:ext cx="334440" cy="231840"/>
                </a:xfrm>
                <a:prstGeom prst="rect">
                  <a:avLst/>
                </a:prstGeom>
              </p:spPr>
            </p:pic>
          </mc:Fallback>
        </mc:AlternateContent>
      </p:grpSp>
      <p:grpSp>
        <p:nvGrpSpPr>
          <p:cNvPr id="61" name="Grupo 60">
            <a:extLst>
              <a:ext uri="{FF2B5EF4-FFF2-40B4-BE49-F238E27FC236}">
                <a16:creationId xmlns:a16="http://schemas.microsoft.com/office/drawing/2014/main" id="{8E6DF668-5697-76E0-DEA0-0C16E5E6E7BE}"/>
              </a:ext>
            </a:extLst>
          </p:cNvPr>
          <p:cNvGrpSpPr/>
          <p:nvPr/>
        </p:nvGrpSpPr>
        <p:grpSpPr>
          <a:xfrm>
            <a:off x="6775483" y="2623208"/>
            <a:ext cx="1258200" cy="150480"/>
            <a:chOff x="6775483" y="2623208"/>
            <a:chExt cx="1258200" cy="150480"/>
          </a:xfrm>
        </p:grpSpPr>
        <mc:AlternateContent xmlns:mc="http://schemas.openxmlformats.org/markup-compatibility/2006">
          <mc:Choice xmlns:p14="http://schemas.microsoft.com/office/powerpoint/2010/main" Requires="p14">
            <p:contentPart p14:bwMode="auto" r:id="rId65">
              <p14:nvContentPartPr>
                <p14:cNvPr id="55" name="Entrada de lápiz 54">
                  <a:extLst>
                    <a:ext uri="{FF2B5EF4-FFF2-40B4-BE49-F238E27FC236}">
                      <a16:creationId xmlns:a16="http://schemas.microsoft.com/office/drawing/2014/main" id="{EBC6C52A-E11F-B76B-CC77-A5085CD1FDCA}"/>
                    </a:ext>
                  </a:extLst>
                </p14:cNvPr>
                <p14:cNvContentPartPr/>
                <p14:nvPr/>
              </p14:nvContentPartPr>
              <p14:xfrm>
                <a:off x="6775483" y="2623208"/>
                <a:ext cx="133200" cy="360"/>
              </p14:xfrm>
            </p:contentPart>
          </mc:Choice>
          <mc:Fallback>
            <p:pic>
              <p:nvPicPr>
                <p:cNvPr id="55" name="Entrada de lápiz 54">
                  <a:extLst>
                    <a:ext uri="{FF2B5EF4-FFF2-40B4-BE49-F238E27FC236}">
                      <a16:creationId xmlns:a16="http://schemas.microsoft.com/office/drawing/2014/main" id="{EBC6C52A-E11F-B76B-CC77-A5085CD1FDCA}"/>
                    </a:ext>
                  </a:extLst>
                </p:cNvPr>
                <p:cNvPicPr/>
                <p:nvPr/>
              </p:nvPicPr>
              <p:blipFill>
                <a:blip r:embed="rId66"/>
                <a:stretch>
                  <a:fillRect/>
                </a:stretch>
              </p:blipFill>
              <p:spPr>
                <a:xfrm>
                  <a:off x="6766483" y="2614568"/>
                  <a:ext cx="15084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56" name="Entrada de lápiz 55">
                  <a:extLst>
                    <a:ext uri="{FF2B5EF4-FFF2-40B4-BE49-F238E27FC236}">
                      <a16:creationId xmlns:a16="http://schemas.microsoft.com/office/drawing/2014/main" id="{3B5F8B90-31C6-DFF5-C3D1-F77090B8AFA2}"/>
                    </a:ext>
                  </a:extLst>
                </p14:cNvPr>
                <p14:cNvContentPartPr/>
                <p14:nvPr/>
              </p14:nvContentPartPr>
              <p14:xfrm>
                <a:off x="6775483" y="2742728"/>
                <a:ext cx="193680" cy="360"/>
              </p14:xfrm>
            </p:contentPart>
          </mc:Choice>
          <mc:Fallback>
            <p:pic>
              <p:nvPicPr>
                <p:cNvPr id="56" name="Entrada de lápiz 55">
                  <a:extLst>
                    <a:ext uri="{FF2B5EF4-FFF2-40B4-BE49-F238E27FC236}">
                      <a16:creationId xmlns:a16="http://schemas.microsoft.com/office/drawing/2014/main" id="{3B5F8B90-31C6-DFF5-C3D1-F77090B8AFA2}"/>
                    </a:ext>
                  </a:extLst>
                </p:cNvPr>
                <p:cNvPicPr/>
                <p:nvPr/>
              </p:nvPicPr>
              <p:blipFill>
                <a:blip r:embed="rId68"/>
                <a:stretch>
                  <a:fillRect/>
                </a:stretch>
              </p:blipFill>
              <p:spPr>
                <a:xfrm>
                  <a:off x="6766483" y="2734088"/>
                  <a:ext cx="21132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60" name="Entrada de lápiz 59">
                  <a:extLst>
                    <a:ext uri="{FF2B5EF4-FFF2-40B4-BE49-F238E27FC236}">
                      <a16:creationId xmlns:a16="http://schemas.microsoft.com/office/drawing/2014/main" id="{DF9BBE6C-2ED7-C51A-5585-B8466C992A72}"/>
                    </a:ext>
                  </a:extLst>
                </p14:cNvPr>
                <p14:cNvContentPartPr/>
                <p14:nvPr/>
              </p14:nvContentPartPr>
              <p14:xfrm>
                <a:off x="7120363" y="2697008"/>
                <a:ext cx="913320" cy="76680"/>
              </p14:xfrm>
            </p:contentPart>
          </mc:Choice>
          <mc:Fallback>
            <p:pic>
              <p:nvPicPr>
                <p:cNvPr id="60" name="Entrada de lápiz 59">
                  <a:extLst>
                    <a:ext uri="{FF2B5EF4-FFF2-40B4-BE49-F238E27FC236}">
                      <a16:creationId xmlns:a16="http://schemas.microsoft.com/office/drawing/2014/main" id="{DF9BBE6C-2ED7-C51A-5585-B8466C992A72}"/>
                    </a:ext>
                  </a:extLst>
                </p:cNvPr>
                <p:cNvPicPr/>
                <p:nvPr/>
              </p:nvPicPr>
              <p:blipFill>
                <a:blip r:embed="rId70"/>
                <a:stretch>
                  <a:fillRect/>
                </a:stretch>
              </p:blipFill>
              <p:spPr>
                <a:xfrm>
                  <a:off x="7111723" y="2688008"/>
                  <a:ext cx="930960" cy="94320"/>
                </a:xfrm>
                <a:prstGeom prst="rect">
                  <a:avLst/>
                </a:prstGeom>
              </p:spPr>
            </p:pic>
          </mc:Fallback>
        </mc:AlternateContent>
      </p:grpSp>
      <p:grpSp>
        <p:nvGrpSpPr>
          <p:cNvPr id="65" name="Grupo 64">
            <a:extLst>
              <a:ext uri="{FF2B5EF4-FFF2-40B4-BE49-F238E27FC236}">
                <a16:creationId xmlns:a16="http://schemas.microsoft.com/office/drawing/2014/main" id="{A41B15C7-735F-A776-4FEA-0788605809A1}"/>
              </a:ext>
            </a:extLst>
          </p:cNvPr>
          <p:cNvGrpSpPr/>
          <p:nvPr/>
        </p:nvGrpSpPr>
        <p:grpSpPr>
          <a:xfrm>
            <a:off x="7525003" y="2893568"/>
            <a:ext cx="253440" cy="357840"/>
            <a:chOff x="7525003" y="2893568"/>
            <a:chExt cx="253440" cy="357840"/>
          </a:xfrm>
        </p:grpSpPr>
        <mc:AlternateContent xmlns:mc="http://schemas.openxmlformats.org/markup-compatibility/2006">
          <mc:Choice xmlns:p14="http://schemas.microsoft.com/office/powerpoint/2010/main" Requires="p14">
            <p:contentPart p14:bwMode="auto" r:id="rId71">
              <p14:nvContentPartPr>
                <p14:cNvPr id="62" name="Entrada de lápiz 61">
                  <a:extLst>
                    <a:ext uri="{FF2B5EF4-FFF2-40B4-BE49-F238E27FC236}">
                      <a16:creationId xmlns:a16="http://schemas.microsoft.com/office/drawing/2014/main" id="{A16BFF2F-CBCB-D083-2F3A-8B64E2B81419}"/>
                    </a:ext>
                  </a:extLst>
                </p14:cNvPr>
                <p14:cNvContentPartPr/>
                <p14:nvPr/>
              </p14:nvContentPartPr>
              <p14:xfrm>
                <a:off x="7554883" y="2907608"/>
                <a:ext cx="360" cy="343800"/>
              </p14:xfrm>
            </p:contentPart>
          </mc:Choice>
          <mc:Fallback>
            <p:pic>
              <p:nvPicPr>
                <p:cNvPr id="62" name="Entrada de lápiz 61">
                  <a:extLst>
                    <a:ext uri="{FF2B5EF4-FFF2-40B4-BE49-F238E27FC236}">
                      <a16:creationId xmlns:a16="http://schemas.microsoft.com/office/drawing/2014/main" id="{A16BFF2F-CBCB-D083-2F3A-8B64E2B81419}"/>
                    </a:ext>
                  </a:extLst>
                </p:cNvPr>
                <p:cNvPicPr/>
                <p:nvPr/>
              </p:nvPicPr>
              <p:blipFill>
                <a:blip r:embed="rId72"/>
                <a:stretch>
                  <a:fillRect/>
                </a:stretch>
              </p:blipFill>
              <p:spPr>
                <a:xfrm>
                  <a:off x="7546243" y="2898968"/>
                  <a:ext cx="18000" cy="36144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63" name="Entrada de lápiz 62">
                  <a:extLst>
                    <a:ext uri="{FF2B5EF4-FFF2-40B4-BE49-F238E27FC236}">
                      <a16:creationId xmlns:a16="http://schemas.microsoft.com/office/drawing/2014/main" id="{13D939AE-B226-F608-5B96-A08E4D397E24}"/>
                    </a:ext>
                  </a:extLst>
                </p14:cNvPr>
                <p14:cNvContentPartPr/>
                <p14:nvPr/>
              </p14:nvContentPartPr>
              <p14:xfrm>
                <a:off x="7525003" y="2893568"/>
                <a:ext cx="224280" cy="59760"/>
              </p14:xfrm>
            </p:contentPart>
          </mc:Choice>
          <mc:Fallback>
            <p:pic>
              <p:nvPicPr>
                <p:cNvPr id="63" name="Entrada de lápiz 62">
                  <a:extLst>
                    <a:ext uri="{FF2B5EF4-FFF2-40B4-BE49-F238E27FC236}">
                      <a16:creationId xmlns:a16="http://schemas.microsoft.com/office/drawing/2014/main" id="{13D939AE-B226-F608-5B96-A08E4D397E24}"/>
                    </a:ext>
                  </a:extLst>
                </p:cNvPr>
                <p:cNvPicPr/>
                <p:nvPr/>
              </p:nvPicPr>
              <p:blipFill>
                <a:blip r:embed="rId74"/>
                <a:stretch>
                  <a:fillRect/>
                </a:stretch>
              </p:blipFill>
              <p:spPr>
                <a:xfrm>
                  <a:off x="7516003" y="2884568"/>
                  <a:ext cx="241920" cy="7740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64" name="Entrada de lápiz 63">
                  <a:extLst>
                    <a:ext uri="{FF2B5EF4-FFF2-40B4-BE49-F238E27FC236}">
                      <a16:creationId xmlns:a16="http://schemas.microsoft.com/office/drawing/2014/main" id="{2780E179-851D-EE47-24C6-A1198A90B1C9}"/>
                    </a:ext>
                  </a:extLst>
                </p14:cNvPr>
                <p14:cNvContentPartPr/>
                <p14:nvPr/>
              </p14:nvContentPartPr>
              <p14:xfrm>
                <a:off x="7554883" y="3073208"/>
                <a:ext cx="223560" cy="360"/>
              </p14:xfrm>
            </p:contentPart>
          </mc:Choice>
          <mc:Fallback>
            <p:pic>
              <p:nvPicPr>
                <p:cNvPr id="64" name="Entrada de lápiz 63">
                  <a:extLst>
                    <a:ext uri="{FF2B5EF4-FFF2-40B4-BE49-F238E27FC236}">
                      <a16:creationId xmlns:a16="http://schemas.microsoft.com/office/drawing/2014/main" id="{2780E179-851D-EE47-24C6-A1198A90B1C9}"/>
                    </a:ext>
                  </a:extLst>
                </p:cNvPr>
                <p:cNvPicPr/>
                <p:nvPr/>
              </p:nvPicPr>
              <p:blipFill>
                <a:blip r:embed="rId76"/>
                <a:stretch>
                  <a:fillRect/>
                </a:stretch>
              </p:blipFill>
              <p:spPr>
                <a:xfrm>
                  <a:off x="7546243" y="3064208"/>
                  <a:ext cx="241200" cy="18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7">
            <p14:nvContentPartPr>
              <p14:cNvPr id="66" name="Entrada de lápiz 65">
                <a:extLst>
                  <a:ext uri="{FF2B5EF4-FFF2-40B4-BE49-F238E27FC236}">
                    <a16:creationId xmlns:a16="http://schemas.microsoft.com/office/drawing/2014/main" id="{9077072C-F30A-5EA4-3921-CE07C01CE031}"/>
                  </a:ext>
                </a:extLst>
              </p14:cNvPr>
              <p14:cNvContentPartPr/>
              <p14:nvPr/>
            </p14:nvContentPartPr>
            <p14:xfrm>
              <a:off x="8199643" y="2608088"/>
              <a:ext cx="178560" cy="360"/>
            </p14:xfrm>
          </p:contentPart>
        </mc:Choice>
        <mc:Fallback>
          <p:pic>
            <p:nvPicPr>
              <p:cNvPr id="66" name="Entrada de lápiz 65">
                <a:extLst>
                  <a:ext uri="{FF2B5EF4-FFF2-40B4-BE49-F238E27FC236}">
                    <a16:creationId xmlns:a16="http://schemas.microsoft.com/office/drawing/2014/main" id="{9077072C-F30A-5EA4-3921-CE07C01CE031}"/>
                  </a:ext>
                </a:extLst>
              </p:cNvPr>
              <p:cNvPicPr/>
              <p:nvPr/>
            </p:nvPicPr>
            <p:blipFill>
              <a:blip r:embed="rId78"/>
              <a:stretch>
                <a:fillRect/>
              </a:stretch>
            </p:blipFill>
            <p:spPr>
              <a:xfrm>
                <a:off x="8191003" y="2599088"/>
                <a:ext cx="1962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67" name="Entrada de lápiz 66">
                <a:extLst>
                  <a:ext uri="{FF2B5EF4-FFF2-40B4-BE49-F238E27FC236}">
                    <a16:creationId xmlns:a16="http://schemas.microsoft.com/office/drawing/2014/main" id="{ABD1CE2C-1C94-DFAC-0B64-0E45CB70DC5F}"/>
                  </a:ext>
                </a:extLst>
              </p14:cNvPr>
              <p14:cNvContentPartPr/>
              <p14:nvPr/>
            </p14:nvContentPartPr>
            <p14:xfrm>
              <a:off x="8229523" y="2727968"/>
              <a:ext cx="178200" cy="360"/>
            </p14:xfrm>
          </p:contentPart>
        </mc:Choice>
        <mc:Fallback>
          <p:pic>
            <p:nvPicPr>
              <p:cNvPr id="67" name="Entrada de lápiz 66">
                <a:extLst>
                  <a:ext uri="{FF2B5EF4-FFF2-40B4-BE49-F238E27FC236}">
                    <a16:creationId xmlns:a16="http://schemas.microsoft.com/office/drawing/2014/main" id="{ABD1CE2C-1C94-DFAC-0B64-0E45CB70DC5F}"/>
                  </a:ext>
                </a:extLst>
              </p:cNvPr>
              <p:cNvPicPr/>
              <p:nvPr/>
            </p:nvPicPr>
            <p:blipFill>
              <a:blip r:embed="rId78"/>
              <a:stretch>
                <a:fillRect/>
              </a:stretch>
            </p:blipFill>
            <p:spPr>
              <a:xfrm>
                <a:off x="8220883" y="2719328"/>
                <a:ext cx="19584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70" name="Entrada de lápiz 69">
                <a:extLst>
                  <a:ext uri="{FF2B5EF4-FFF2-40B4-BE49-F238E27FC236}">
                    <a16:creationId xmlns:a16="http://schemas.microsoft.com/office/drawing/2014/main" id="{8266DEAB-917A-6509-8FCC-D00BBCA13476}"/>
                  </a:ext>
                </a:extLst>
              </p14:cNvPr>
              <p14:cNvContentPartPr/>
              <p14:nvPr/>
            </p14:nvContentPartPr>
            <p14:xfrm>
              <a:off x="2281603" y="3775208"/>
              <a:ext cx="430200" cy="453600"/>
            </p14:xfrm>
          </p:contentPart>
        </mc:Choice>
        <mc:Fallback>
          <p:pic>
            <p:nvPicPr>
              <p:cNvPr id="70" name="Entrada de lápiz 69">
                <a:extLst>
                  <a:ext uri="{FF2B5EF4-FFF2-40B4-BE49-F238E27FC236}">
                    <a16:creationId xmlns:a16="http://schemas.microsoft.com/office/drawing/2014/main" id="{8266DEAB-917A-6509-8FCC-D00BBCA13476}"/>
                  </a:ext>
                </a:extLst>
              </p:cNvPr>
              <p:cNvPicPr/>
              <p:nvPr/>
            </p:nvPicPr>
            <p:blipFill>
              <a:blip r:embed="rId81"/>
              <a:stretch>
                <a:fillRect/>
              </a:stretch>
            </p:blipFill>
            <p:spPr>
              <a:xfrm>
                <a:off x="2272603" y="3766208"/>
                <a:ext cx="447840" cy="4712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71" name="Entrada de lápiz 70">
                <a:extLst>
                  <a:ext uri="{FF2B5EF4-FFF2-40B4-BE49-F238E27FC236}">
                    <a16:creationId xmlns:a16="http://schemas.microsoft.com/office/drawing/2014/main" id="{1093D929-2158-0BB4-A995-28BCECFCC18E}"/>
                  </a:ext>
                </a:extLst>
              </p14:cNvPr>
              <p14:cNvContentPartPr/>
              <p14:nvPr/>
            </p14:nvContentPartPr>
            <p14:xfrm>
              <a:off x="1798843" y="4421768"/>
              <a:ext cx="1242720" cy="75600"/>
            </p14:xfrm>
          </p:contentPart>
        </mc:Choice>
        <mc:Fallback>
          <p:pic>
            <p:nvPicPr>
              <p:cNvPr id="71" name="Entrada de lápiz 70">
                <a:extLst>
                  <a:ext uri="{FF2B5EF4-FFF2-40B4-BE49-F238E27FC236}">
                    <a16:creationId xmlns:a16="http://schemas.microsoft.com/office/drawing/2014/main" id="{1093D929-2158-0BB4-A995-28BCECFCC18E}"/>
                  </a:ext>
                </a:extLst>
              </p:cNvPr>
              <p:cNvPicPr/>
              <p:nvPr/>
            </p:nvPicPr>
            <p:blipFill>
              <a:blip r:embed="rId83"/>
              <a:stretch>
                <a:fillRect/>
              </a:stretch>
            </p:blipFill>
            <p:spPr>
              <a:xfrm>
                <a:off x="1789843" y="4413128"/>
                <a:ext cx="1260360" cy="9324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72" name="Entrada de lápiz 71">
                <a:extLst>
                  <a:ext uri="{FF2B5EF4-FFF2-40B4-BE49-F238E27FC236}">
                    <a16:creationId xmlns:a16="http://schemas.microsoft.com/office/drawing/2014/main" id="{7A102D5D-5436-D007-4BD1-78BC6204A073}"/>
                  </a:ext>
                </a:extLst>
              </p14:cNvPr>
              <p14:cNvContentPartPr/>
              <p14:nvPr/>
            </p14:nvContentPartPr>
            <p14:xfrm>
              <a:off x="2071003" y="4615448"/>
              <a:ext cx="268200" cy="467280"/>
            </p14:xfrm>
          </p:contentPart>
        </mc:Choice>
        <mc:Fallback>
          <p:pic>
            <p:nvPicPr>
              <p:cNvPr id="72" name="Entrada de lápiz 71">
                <a:extLst>
                  <a:ext uri="{FF2B5EF4-FFF2-40B4-BE49-F238E27FC236}">
                    <a16:creationId xmlns:a16="http://schemas.microsoft.com/office/drawing/2014/main" id="{7A102D5D-5436-D007-4BD1-78BC6204A073}"/>
                  </a:ext>
                </a:extLst>
              </p:cNvPr>
              <p:cNvPicPr/>
              <p:nvPr/>
            </p:nvPicPr>
            <p:blipFill>
              <a:blip r:embed="rId85"/>
              <a:stretch>
                <a:fillRect/>
              </a:stretch>
            </p:blipFill>
            <p:spPr>
              <a:xfrm>
                <a:off x="2062003" y="4606808"/>
                <a:ext cx="285840" cy="4849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73" name="Entrada de lápiz 72">
                <a:extLst>
                  <a:ext uri="{FF2B5EF4-FFF2-40B4-BE49-F238E27FC236}">
                    <a16:creationId xmlns:a16="http://schemas.microsoft.com/office/drawing/2014/main" id="{9024E434-BC07-B107-3602-FAAC952684C8}"/>
                  </a:ext>
                </a:extLst>
              </p14:cNvPr>
              <p14:cNvContentPartPr/>
              <p14:nvPr/>
            </p14:nvContentPartPr>
            <p14:xfrm>
              <a:off x="2399323" y="5040968"/>
              <a:ext cx="64800" cy="25920"/>
            </p14:xfrm>
          </p:contentPart>
        </mc:Choice>
        <mc:Fallback>
          <p:pic>
            <p:nvPicPr>
              <p:cNvPr id="73" name="Entrada de lápiz 72">
                <a:extLst>
                  <a:ext uri="{FF2B5EF4-FFF2-40B4-BE49-F238E27FC236}">
                    <a16:creationId xmlns:a16="http://schemas.microsoft.com/office/drawing/2014/main" id="{9024E434-BC07-B107-3602-FAAC952684C8}"/>
                  </a:ext>
                </a:extLst>
              </p:cNvPr>
              <p:cNvPicPr/>
              <p:nvPr/>
            </p:nvPicPr>
            <p:blipFill>
              <a:blip r:embed="rId87"/>
              <a:stretch>
                <a:fillRect/>
              </a:stretch>
            </p:blipFill>
            <p:spPr>
              <a:xfrm>
                <a:off x="2390683" y="5031968"/>
                <a:ext cx="8244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74" name="Entrada de lápiz 73">
                <a:extLst>
                  <a:ext uri="{FF2B5EF4-FFF2-40B4-BE49-F238E27FC236}">
                    <a16:creationId xmlns:a16="http://schemas.microsoft.com/office/drawing/2014/main" id="{E8282941-AE66-67E6-1FA9-E7BDEA999F4E}"/>
                  </a:ext>
                </a:extLst>
              </p14:cNvPr>
              <p14:cNvContentPartPr/>
              <p14:nvPr/>
            </p14:nvContentPartPr>
            <p14:xfrm>
              <a:off x="2586883" y="4627688"/>
              <a:ext cx="303120" cy="457560"/>
            </p14:xfrm>
          </p:contentPart>
        </mc:Choice>
        <mc:Fallback>
          <p:pic>
            <p:nvPicPr>
              <p:cNvPr id="74" name="Entrada de lápiz 73">
                <a:extLst>
                  <a:ext uri="{FF2B5EF4-FFF2-40B4-BE49-F238E27FC236}">
                    <a16:creationId xmlns:a16="http://schemas.microsoft.com/office/drawing/2014/main" id="{E8282941-AE66-67E6-1FA9-E7BDEA999F4E}"/>
                  </a:ext>
                </a:extLst>
              </p:cNvPr>
              <p:cNvPicPr/>
              <p:nvPr/>
            </p:nvPicPr>
            <p:blipFill>
              <a:blip r:embed="rId89"/>
              <a:stretch>
                <a:fillRect/>
              </a:stretch>
            </p:blipFill>
            <p:spPr>
              <a:xfrm>
                <a:off x="2578243" y="4619048"/>
                <a:ext cx="320760" cy="4752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75" name="Entrada de lápiz 74">
                <a:extLst>
                  <a:ext uri="{FF2B5EF4-FFF2-40B4-BE49-F238E27FC236}">
                    <a16:creationId xmlns:a16="http://schemas.microsoft.com/office/drawing/2014/main" id="{02DEF834-D757-5D83-E4AE-CBCC5F3BBCF4}"/>
                  </a:ext>
                </a:extLst>
              </p14:cNvPr>
              <p14:cNvContentPartPr/>
              <p14:nvPr/>
            </p14:nvContentPartPr>
            <p14:xfrm>
              <a:off x="3041203" y="4621928"/>
              <a:ext cx="288360" cy="446040"/>
            </p14:xfrm>
          </p:contentPart>
        </mc:Choice>
        <mc:Fallback>
          <p:pic>
            <p:nvPicPr>
              <p:cNvPr id="75" name="Entrada de lápiz 74">
                <a:extLst>
                  <a:ext uri="{FF2B5EF4-FFF2-40B4-BE49-F238E27FC236}">
                    <a16:creationId xmlns:a16="http://schemas.microsoft.com/office/drawing/2014/main" id="{02DEF834-D757-5D83-E4AE-CBCC5F3BBCF4}"/>
                  </a:ext>
                </a:extLst>
              </p:cNvPr>
              <p:cNvPicPr/>
              <p:nvPr/>
            </p:nvPicPr>
            <p:blipFill>
              <a:blip r:embed="rId91"/>
              <a:stretch>
                <a:fillRect/>
              </a:stretch>
            </p:blipFill>
            <p:spPr>
              <a:xfrm>
                <a:off x="3032563" y="4612928"/>
                <a:ext cx="306000" cy="4636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76" name="Entrada de lápiz 75">
                <a:extLst>
                  <a:ext uri="{FF2B5EF4-FFF2-40B4-BE49-F238E27FC236}">
                    <a16:creationId xmlns:a16="http://schemas.microsoft.com/office/drawing/2014/main" id="{337E9E0D-B665-7218-B9D3-F1AF413073CB}"/>
                  </a:ext>
                </a:extLst>
              </p14:cNvPr>
              <p14:cNvContentPartPr/>
              <p14:nvPr/>
            </p14:nvContentPartPr>
            <p14:xfrm>
              <a:off x="3612163" y="4287128"/>
              <a:ext cx="343800" cy="360"/>
            </p14:xfrm>
          </p:contentPart>
        </mc:Choice>
        <mc:Fallback>
          <p:pic>
            <p:nvPicPr>
              <p:cNvPr id="76" name="Entrada de lápiz 75">
                <a:extLst>
                  <a:ext uri="{FF2B5EF4-FFF2-40B4-BE49-F238E27FC236}">
                    <a16:creationId xmlns:a16="http://schemas.microsoft.com/office/drawing/2014/main" id="{337E9E0D-B665-7218-B9D3-F1AF413073CB}"/>
                  </a:ext>
                </a:extLst>
              </p:cNvPr>
              <p:cNvPicPr/>
              <p:nvPr/>
            </p:nvPicPr>
            <p:blipFill>
              <a:blip r:embed="rId93"/>
              <a:stretch>
                <a:fillRect/>
              </a:stretch>
            </p:blipFill>
            <p:spPr>
              <a:xfrm>
                <a:off x="3603523" y="4278488"/>
                <a:ext cx="36144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77" name="Entrada de lápiz 76">
                <a:extLst>
                  <a:ext uri="{FF2B5EF4-FFF2-40B4-BE49-F238E27FC236}">
                    <a16:creationId xmlns:a16="http://schemas.microsoft.com/office/drawing/2014/main" id="{38234100-4F17-6F31-8AA1-0685DF6FD745}"/>
                  </a:ext>
                </a:extLst>
              </p14:cNvPr>
              <p14:cNvContentPartPr/>
              <p14:nvPr/>
            </p14:nvContentPartPr>
            <p14:xfrm>
              <a:off x="3642403" y="4466768"/>
              <a:ext cx="358560" cy="360"/>
            </p14:xfrm>
          </p:contentPart>
        </mc:Choice>
        <mc:Fallback>
          <p:pic>
            <p:nvPicPr>
              <p:cNvPr id="77" name="Entrada de lápiz 76">
                <a:extLst>
                  <a:ext uri="{FF2B5EF4-FFF2-40B4-BE49-F238E27FC236}">
                    <a16:creationId xmlns:a16="http://schemas.microsoft.com/office/drawing/2014/main" id="{38234100-4F17-6F31-8AA1-0685DF6FD745}"/>
                  </a:ext>
                </a:extLst>
              </p:cNvPr>
              <p:cNvPicPr/>
              <p:nvPr/>
            </p:nvPicPr>
            <p:blipFill>
              <a:blip r:embed="rId95"/>
              <a:stretch>
                <a:fillRect/>
              </a:stretch>
            </p:blipFill>
            <p:spPr>
              <a:xfrm>
                <a:off x="3633403" y="4458128"/>
                <a:ext cx="376200" cy="18000"/>
              </a:xfrm>
              <a:prstGeom prst="rect">
                <a:avLst/>
              </a:prstGeom>
            </p:spPr>
          </p:pic>
        </mc:Fallback>
      </mc:AlternateContent>
      <p:grpSp>
        <p:nvGrpSpPr>
          <p:cNvPr id="85" name="Grupo 84">
            <a:extLst>
              <a:ext uri="{FF2B5EF4-FFF2-40B4-BE49-F238E27FC236}">
                <a16:creationId xmlns:a16="http://schemas.microsoft.com/office/drawing/2014/main" id="{3F834DC0-AFF5-0F8C-D02D-99C3C31BE20E}"/>
              </a:ext>
            </a:extLst>
          </p:cNvPr>
          <p:cNvGrpSpPr/>
          <p:nvPr/>
        </p:nvGrpSpPr>
        <p:grpSpPr>
          <a:xfrm>
            <a:off x="4450603" y="4060688"/>
            <a:ext cx="1051560" cy="569880"/>
            <a:chOff x="4450603" y="4060688"/>
            <a:chExt cx="1051560" cy="569880"/>
          </a:xfrm>
        </p:grpSpPr>
        <mc:AlternateContent xmlns:mc="http://schemas.openxmlformats.org/markup-compatibility/2006">
          <mc:Choice xmlns:p14="http://schemas.microsoft.com/office/powerpoint/2010/main" Requires="p14">
            <p:contentPart p14:bwMode="auto" r:id="rId96">
              <p14:nvContentPartPr>
                <p14:cNvPr id="78" name="Entrada de lápiz 77">
                  <a:extLst>
                    <a:ext uri="{FF2B5EF4-FFF2-40B4-BE49-F238E27FC236}">
                      <a16:creationId xmlns:a16="http://schemas.microsoft.com/office/drawing/2014/main" id="{B1CD3D27-93CE-01CE-AECA-BA6C4AEEE28E}"/>
                    </a:ext>
                  </a:extLst>
                </p14:cNvPr>
                <p14:cNvContentPartPr/>
                <p14:nvPr/>
              </p14:nvContentPartPr>
              <p14:xfrm>
                <a:off x="4450603" y="4156808"/>
                <a:ext cx="317520" cy="433440"/>
              </p14:xfrm>
            </p:contentPart>
          </mc:Choice>
          <mc:Fallback>
            <p:pic>
              <p:nvPicPr>
                <p:cNvPr id="78" name="Entrada de lápiz 77">
                  <a:extLst>
                    <a:ext uri="{FF2B5EF4-FFF2-40B4-BE49-F238E27FC236}">
                      <a16:creationId xmlns:a16="http://schemas.microsoft.com/office/drawing/2014/main" id="{B1CD3D27-93CE-01CE-AECA-BA6C4AEEE28E}"/>
                    </a:ext>
                  </a:extLst>
                </p:cNvPr>
                <p:cNvPicPr/>
                <p:nvPr/>
              </p:nvPicPr>
              <p:blipFill>
                <a:blip r:embed="rId97"/>
                <a:stretch>
                  <a:fillRect/>
                </a:stretch>
              </p:blipFill>
              <p:spPr>
                <a:xfrm>
                  <a:off x="4441963" y="4148168"/>
                  <a:ext cx="335160" cy="4510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79" name="Entrada de lápiz 78">
                  <a:extLst>
                    <a:ext uri="{FF2B5EF4-FFF2-40B4-BE49-F238E27FC236}">
                      <a16:creationId xmlns:a16="http://schemas.microsoft.com/office/drawing/2014/main" id="{4E4CB339-3561-066E-B5C7-417B4EFF7412}"/>
                    </a:ext>
                  </a:extLst>
                </p14:cNvPr>
                <p14:cNvContentPartPr/>
                <p14:nvPr/>
              </p14:nvContentPartPr>
              <p14:xfrm>
                <a:off x="4871803" y="4541648"/>
                <a:ext cx="56520" cy="360"/>
              </p14:xfrm>
            </p:contentPart>
          </mc:Choice>
          <mc:Fallback>
            <p:pic>
              <p:nvPicPr>
                <p:cNvPr id="79" name="Entrada de lápiz 78">
                  <a:extLst>
                    <a:ext uri="{FF2B5EF4-FFF2-40B4-BE49-F238E27FC236}">
                      <a16:creationId xmlns:a16="http://schemas.microsoft.com/office/drawing/2014/main" id="{4E4CB339-3561-066E-B5C7-417B4EFF7412}"/>
                    </a:ext>
                  </a:extLst>
                </p:cNvPr>
                <p:cNvPicPr/>
                <p:nvPr/>
              </p:nvPicPr>
              <p:blipFill>
                <a:blip r:embed="rId99"/>
                <a:stretch>
                  <a:fillRect/>
                </a:stretch>
              </p:blipFill>
              <p:spPr>
                <a:xfrm>
                  <a:off x="4862803" y="4532648"/>
                  <a:ext cx="7416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81" name="Entrada de lápiz 80">
                  <a:extLst>
                    <a:ext uri="{FF2B5EF4-FFF2-40B4-BE49-F238E27FC236}">
                      <a16:creationId xmlns:a16="http://schemas.microsoft.com/office/drawing/2014/main" id="{6B9E0872-09FA-96E0-CB51-5E9781976522}"/>
                    </a:ext>
                  </a:extLst>
                </p14:cNvPr>
                <p14:cNvContentPartPr/>
                <p14:nvPr/>
              </p14:nvContentPartPr>
              <p14:xfrm>
                <a:off x="5004643" y="4117928"/>
                <a:ext cx="211680" cy="512640"/>
              </p14:xfrm>
            </p:contentPart>
          </mc:Choice>
          <mc:Fallback>
            <p:pic>
              <p:nvPicPr>
                <p:cNvPr id="81" name="Entrada de lápiz 80">
                  <a:extLst>
                    <a:ext uri="{FF2B5EF4-FFF2-40B4-BE49-F238E27FC236}">
                      <a16:creationId xmlns:a16="http://schemas.microsoft.com/office/drawing/2014/main" id="{6B9E0872-09FA-96E0-CB51-5E9781976522}"/>
                    </a:ext>
                  </a:extLst>
                </p:cNvPr>
                <p:cNvPicPr/>
                <p:nvPr/>
              </p:nvPicPr>
              <p:blipFill>
                <a:blip r:embed="rId101"/>
                <a:stretch>
                  <a:fillRect/>
                </a:stretch>
              </p:blipFill>
              <p:spPr>
                <a:xfrm>
                  <a:off x="4995643" y="4109288"/>
                  <a:ext cx="229320" cy="5302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83" name="Entrada de lápiz 82">
                  <a:extLst>
                    <a:ext uri="{FF2B5EF4-FFF2-40B4-BE49-F238E27FC236}">
                      <a16:creationId xmlns:a16="http://schemas.microsoft.com/office/drawing/2014/main" id="{F60EC22F-0E9E-F690-E133-6C7346D740D7}"/>
                    </a:ext>
                  </a:extLst>
                </p14:cNvPr>
                <p14:cNvContentPartPr/>
                <p14:nvPr/>
              </p14:nvContentPartPr>
              <p14:xfrm>
                <a:off x="5051443" y="4376048"/>
                <a:ext cx="223920" cy="16200"/>
              </p14:xfrm>
            </p:contentPart>
          </mc:Choice>
          <mc:Fallback>
            <p:pic>
              <p:nvPicPr>
                <p:cNvPr id="83" name="Entrada de lápiz 82">
                  <a:extLst>
                    <a:ext uri="{FF2B5EF4-FFF2-40B4-BE49-F238E27FC236}">
                      <a16:creationId xmlns:a16="http://schemas.microsoft.com/office/drawing/2014/main" id="{F60EC22F-0E9E-F690-E133-6C7346D740D7}"/>
                    </a:ext>
                  </a:extLst>
                </p:cNvPr>
                <p:cNvPicPr/>
                <p:nvPr/>
              </p:nvPicPr>
              <p:blipFill>
                <a:blip r:embed="rId103"/>
                <a:stretch>
                  <a:fillRect/>
                </a:stretch>
              </p:blipFill>
              <p:spPr>
                <a:xfrm>
                  <a:off x="5042443" y="4367408"/>
                  <a:ext cx="241560" cy="338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84" name="Entrada de lápiz 83">
                  <a:extLst>
                    <a:ext uri="{FF2B5EF4-FFF2-40B4-BE49-F238E27FC236}">
                      <a16:creationId xmlns:a16="http://schemas.microsoft.com/office/drawing/2014/main" id="{35FC60DA-A7DF-2E38-DD78-C31C69CC4139}"/>
                    </a:ext>
                  </a:extLst>
                </p14:cNvPr>
                <p14:cNvContentPartPr/>
                <p14:nvPr/>
              </p14:nvContentPartPr>
              <p14:xfrm>
                <a:off x="5396323" y="4060688"/>
                <a:ext cx="105840" cy="539640"/>
              </p14:xfrm>
            </p:contentPart>
          </mc:Choice>
          <mc:Fallback>
            <p:pic>
              <p:nvPicPr>
                <p:cNvPr id="84" name="Entrada de lápiz 83">
                  <a:extLst>
                    <a:ext uri="{FF2B5EF4-FFF2-40B4-BE49-F238E27FC236}">
                      <a16:creationId xmlns:a16="http://schemas.microsoft.com/office/drawing/2014/main" id="{35FC60DA-A7DF-2E38-DD78-C31C69CC4139}"/>
                    </a:ext>
                  </a:extLst>
                </p:cNvPr>
                <p:cNvPicPr/>
                <p:nvPr/>
              </p:nvPicPr>
              <p:blipFill>
                <a:blip r:embed="rId105"/>
                <a:stretch>
                  <a:fillRect/>
                </a:stretch>
              </p:blipFill>
              <p:spPr>
                <a:xfrm>
                  <a:off x="5387683" y="4052048"/>
                  <a:ext cx="123480" cy="5572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6">
            <p14:nvContentPartPr>
              <p14:cNvPr id="86" name="Entrada de lápiz 85">
                <a:extLst>
                  <a:ext uri="{FF2B5EF4-FFF2-40B4-BE49-F238E27FC236}">
                    <a16:creationId xmlns:a16="http://schemas.microsoft.com/office/drawing/2014/main" id="{F80FA91B-DE97-04C2-2872-F9AE531CE141}"/>
                  </a:ext>
                </a:extLst>
              </p14:cNvPr>
              <p14:cNvContentPartPr/>
              <p14:nvPr/>
            </p14:nvContentPartPr>
            <p14:xfrm>
              <a:off x="5650483" y="4153568"/>
              <a:ext cx="213480" cy="386280"/>
            </p14:xfrm>
          </p:contentPart>
        </mc:Choice>
        <mc:Fallback>
          <p:pic>
            <p:nvPicPr>
              <p:cNvPr id="86" name="Entrada de lápiz 85">
                <a:extLst>
                  <a:ext uri="{FF2B5EF4-FFF2-40B4-BE49-F238E27FC236}">
                    <a16:creationId xmlns:a16="http://schemas.microsoft.com/office/drawing/2014/main" id="{F80FA91B-DE97-04C2-2872-F9AE531CE141}"/>
                  </a:ext>
                </a:extLst>
              </p:cNvPr>
              <p:cNvPicPr/>
              <p:nvPr/>
            </p:nvPicPr>
            <p:blipFill>
              <a:blip r:embed="rId107"/>
              <a:stretch>
                <a:fillRect/>
              </a:stretch>
            </p:blipFill>
            <p:spPr>
              <a:xfrm>
                <a:off x="5641483" y="4144568"/>
                <a:ext cx="231120" cy="40392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87" name="Entrada de lápiz 86">
                <a:extLst>
                  <a:ext uri="{FF2B5EF4-FFF2-40B4-BE49-F238E27FC236}">
                    <a16:creationId xmlns:a16="http://schemas.microsoft.com/office/drawing/2014/main" id="{BC5AD90C-2319-C14A-BE38-30D8B8A18690}"/>
                  </a:ext>
                </a:extLst>
              </p14:cNvPr>
              <p14:cNvContentPartPr/>
              <p14:nvPr/>
            </p14:nvContentPartPr>
            <p14:xfrm>
              <a:off x="6003283" y="4170128"/>
              <a:ext cx="230760" cy="387720"/>
            </p14:xfrm>
          </p:contentPart>
        </mc:Choice>
        <mc:Fallback>
          <p:pic>
            <p:nvPicPr>
              <p:cNvPr id="87" name="Entrada de lápiz 86">
                <a:extLst>
                  <a:ext uri="{FF2B5EF4-FFF2-40B4-BE49-F238E27FC236}">
                    <a16:creationId xmlns:a16="http://schemas.microsoft.com/office/drawing/2014/main" id="{BC5AD90C-2319-C14A-BE38-30D8B8A18690}"/>
                  </a:ext>
                </a:extLst>
              </p:cNvPr>
              <p:cNvPicPr/>
              <p:nvPr/>
            </p:nvPicPr>
            <p:blipFill>
              <a:blip r:embed="rId109"/>
              <a:stretch>
                <a:fillRect/>
              </a:stretch>
            </p:blipFill>
            <p:spPr>
              <a:xfrm>
                <a:off x="5994283" y="4161128"/>
                <a:ext cx="248400" cy="4053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88" name="Entrada de lápiz 87">
                <a:extLst>
                  <a:ext uri="{FF2B5EF4-FFF2-40B4-BE49-F238E27FC236}">
                    <a16:creationId xmlns:a16="http://schemas.microsoft.com/office/drawing/2014/main" id="{2768AC2A-7996-0876-3816-49C29722EA11}"/>
                  </a:ext>
                </a:extLst>
              </p14:cNvPr>
              <p14:cNvContentPartPr/>
              <p14:nvPr/>
            </p14:nvContentPartPr>
            <p14:xfrm>
              <a:off x="6351763" y="4179488"/>
              <a:ext cx="216360" cy="394920"/>
            </p14:xfrm>
          </p:contentPart>
        </mc:Choice>
        <mc:Fallback>
          <p:pic>
            <p:nvPicPr>
              <p:cNvPr id="88" name="Entrada de lápiz 87">
                <a:extLst>
                  <a:ext uri="{FF2B5EF4-FFF2-40B4-BE49-F238E27FC236}">
                    <a16:creationId xmlns:a16="http://schemas.microsoft.com/office/drawing/2014/main" id="{2768AC2A-7996-0876-3816-49C29722EA11}"/>
                  </a:ext>
                </a:extLst>
              </p:cNvPr>
              <p:cNvPicPr/>
              <p:nvPr/>
            </p:nvPicPr>
            <p:blipFill>
              <a:blip r:embed="rId111"/>
              <a:stretch>
                <a:fillRect/>
              </a:stretch>
            </p:blipFill>
            <p:spPr>
              <a:xfrm>
                <a:off x="6342763" y="4170488"/>
                <a:ext cx="234000" cy="412560"/>
              </a:xfrm>
              <a:prstGeom prst="rect">
                <a:avLst/>
              </a:prstGeom>
            </p:spPr>
          </p:pic>
        </mc:Fallback>
      </mc:AlternateContent>
      <p:grpSp>
        <p:nvGrpSpPr>
          <p:cNvPr id="97" name="Grupo 96">
            <a:extLst>
              <a:ext uri="{FF2B5EF4-FFF2-40B4-BE49-F238E27FC236}">
                <a16:creationId xmlns:a16="http://schemas.microsoft.com/office/drawing/2014/main" id="{0CDD44E9-BD74-0362-27F4-20D102D64216}"/>
              </a:ext>
            </a:extLst>
          </p:cNvPr>
          <p:cNvGrpSpPr/>
          <p:nvPr/>
        </p:nvGrpSpPr>
        <p:grpSpPr>
          <a:xfrm>
            <a:off x="6729763" y="4171568"/>
            <a:ext cx="840960" cy="429120"/>
            <a:chOff x="6729763" y="4171568"/>
            <a:chExt cx="840960" cy="429120"/>
          </a:xfrm>
        </p:grpSpPr>
        <mc:AlternateContent xmlns:mc="http://schemas.openxmlformats.org/markup-compatibility/2006">
          <mc:Choice xmlns:p14="http://schemas.microsoft.com/office/powerpoint/2010/main" Requires="p14">
            <p:contentPart p14:bwMode="auto" r:id="rId112">
              <p14:nvContentPartPr>
                <p14:cNvPr id="89" name="Entrada de lápiz 88">
                  <a:extLst>
                    <a:ext uri="{FF2B5EF4-FFF2-40B4-BE49-F238E27FC236}">
                      <a16:creationId xmlns:a16="http://schemas.microsoft.com/office/drawing/2014/main" id="{B67EE430-BA89-72C3-2BEC-8CCE1DC2E87B}"/>
                    </a:ext>
                  </a:extLst>
                </p14:cNvPr>
                <p14:cNvContentPartPr/>
                <p14:nvPr/>
              </p14:nvContentPartPr>
              <p14:xfrm>
                <a:off x="6729763" y="4257248"/>
                <a:ext cx="226800" cy="312840"/>
              </p14:xfrm>
            </p:contentPart>
          </mc:Choice>
          <mc:Fallback>
            <p:pic>
              <p:nvPicPr>
                <p:cNvPr id="89" name="Entrada de lápiz 88">
                  <a:extLst>
                    <a:ext uri="{FF2B5EF4-FFF2-40B4-BE49-F238E27FC236}">
                      <a16:creationId xmlns:a16="http://schemas.microsoft.com/office/drawing/2014/main" id="{B67EE430-BA89-72C3-2BEC-8CCE1DC2E87B}"/>
                    </a:ext>
                  </a:extLst>
                </p:cNvPr>
                <p:cNvPicPr/>
                <p:nvPr/>
              </p:nvPicPr>
              <p:blipFill>
                <a:blip r:embed="rId113"/>
                <a:stretch>
                  <a:fillRect/>
                </a:stretch>
              </p:blipFill>
              <p:spPr>
                <a:xfrm>
                  <a:off x="6721123" y="4248248"/>
                  <a:ext cx="244440" cy="33048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90" name="Entrada de lápiz 89">
                  <a:extLst>
                    <a:ext uri="{FF2B5EF4-FFF2-40B4-BE49-F238E27FC236}">
                      <a16:creationId xmlns:a16="http://schemas.microsoft.com/office/drawing/2014/main" id="{918418C8-01BD-0FA7-B842-B5F960A4D674}"/>
                    </a:ext>
                  </a:extLst>
                </p14:cNvPr>
                <p14:cNvContentPartPr/>
                <p14:nvPr/>
              </p14:nvContentPartPr>
              <p14:xfrm>
                <a:off x="6760723" y="4199648"/>
                <a:ext cx="211320" cy="57960"/>
              </p14:xfrm>
            </p:contentPart>
          </mc:Choice>
          <mc:Fallback>
            <p:pic>
              <p:nvPicPr>
                <p:cNvPr id="90" name="Entrada de lápiz 89">
                  <a:extLst>
                    <a:ext uri="{FF2B5EF4-FFF2-40B4-BE49-F238E27FC236}">
                      <a16:creationId xmlns:a16="http://schemas.microsoft.com/office/drawing/2014/main" id="{918418C8-01BD-0FA7-B842-B5F960A4D674}"/>
                    </a:ext>
                  </a:extLst>
                </p:cNvPr>
                <p:cNvPicPr/>
                <p:nvPr/>
              </p:nvPicPr>
              <p:blipFill>
                <a:blip r:embed="rId115"/>
                <a:stretch>
                  <a:fillRect/>
                </a:stretch>
              </p:blipFill>
              <p:spPr>
                <a:xfrm>
                  <a:off x="6751723" y="4190648"/>
                  <a:ext cx="228960" cy="756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92" name="Entrada de lápiz 91">
                  <a:extLst>
                    <a:ext uri="{FF2B5EF4-FFF2-40B4-BE49-F238E27FC236}">
                      <a16:creationId xmlns:a16="http://schemas.microsoft.com/office/drawing/2014/main" id="{716A1300-7F02-A7FE-7F80-E9A6461CDC08}"/>
                    </a:ext>
                  </a:extLst>
                </p14:cNvPr>
                <p14:cNvContentPartPr/>
                <p14:nvPr/>
              </p14:nvContentPartPr>
              <p14:xfrm>
                <a:off x="7135123" y="4216928"/>
                <a:ext cx="169200" cy="383760"/>
              </p14:xfrm>
            </p:contentPart>
          </mc:Choice>
          <mc:Fallback>
            <p:pic>
              <p:nvPicPr>
                <p:cNvPr id="92" name="Entrada de lápiz 91">
                  <a:extLst>
                    <a:ext uri="{FF2B5EF4-FFF2-40B4-BE49-F238E27FC236}">
                      <a16:creationId xmlns:a16="http://schemas.microsoft.com/office/drawing/2014/main" id="{716A1300-7F02-A7FE-7F80-E9A6461CDC08}"/>
                    </a:ext>
                  </a:extLst>
                </p:cNvPr>
                <p:cNvPicPr/>
                <p:nvPr/>
              </p:nvPicPr>
              <p:blipFill>
                <a:blip r:embed="rId117"/>
                <a:stretch>
                  <a:fillRect/>
                </a:stretch>
              </p:blipFill>
              <p:spPr>
                <a:xfrm>
                  <a:off x="7126123" y="4207928"/>
                  <a:ext cx="186840" cy="4014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93" name="Entrada de lápiz 92">
                  <a:extLst>
                    <a:ext uri="{FF2B5EF4-FFF2-40B4-BE49-F238E27FC236}">
                      <a16:creationId xmlns:a16="http://schemas.microsoft.com/office/drawing/2014/main" id="{4E237255-ACAC-4BFC-EB44-BF7222463077}"/>
                    </a:ext>
                  </a:extLst>
                </p14:cNvPr>
                <p14:cNvContentPartPr/>
                <p14:nvPr/>
              </p14:nvContentPartPr>
              <p14:xfrm>
                <a:off x="7179763" y="4421408"/>
                <a:ext cx="223920" cy="15840"/>
              </p14:xfrm>
            </p:contentPart>
          </mc:Choice>
          <mc:Fallback>
            <p:pic>
              <p:nvPicPr>
                <p:cNvPr id="93" name="Entrada de lápiz 92">
                  <a:extLst>
                    <a:ext uri="{FF2B5EF4-FFF2-40B4-BE49-F238E27FC236}">
                      <a16:creationId xmlns:a16="http://schemas.microsoft.com/office/drawing/2014/main" id="{4E237255-ACAC-4BFC-EB44-BF7222463077}"/>
                    </a:ext>
                  </a:extLst>
                </p:cNvPr>
                <p:cNvPicPr/>
                <p:nvPr/>
              </p:nvPicPr>
              <p:blipFill>
                <a:blip r:embed="rId119"/>
                <a:stretch>
                  <a:fillRect/>
                </a:stretch>
              </p:blipFill>
              <p:spPr>
                <a:xfrm>
                  <a:off x="7171123" y="4412768"/>
                  <a:ext cx="24156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95" name="Entrada de lápiz 94">
                  <a:extLst>
                    <a:ext uri="{FF2B5EF4-FFF2-40B4-BE49-F238E27FC236}">
                      <a16:creationId xmlns:a16="http://schemas.microsoft.com/office/drawing/2014/main" id="{E7C43FFD-A20B-AAF5-83E6-483F98A6D892}"/>
                    </a:ext>
                  </a:extLst>
                </p14:cNvPr>
                <p14:cNvContentPartPr/>
                <p14:nvPr/>
              </p14:nvContentPartPr>
              <p14:xfrm>
                <a:off x="7494763" y="4171568"/>
                <a:ext cx="75960" cy="398880"/>
              </p14:xfrm>
            </p:contentPart>
          </mc:Choice>
          <mc:Fallback>
            <p:pic>
              <p:nvPicPr>
                <p:cNvPr id="95" name="Entrada de lápiz 94">
                  <a:extLst>
                    <a:ext uri="{FF2B5EF4-FFF2-40B4-BE49-F238E27FC236}">
                      <a16:creationId xmlns:a16="http://schemas.microsoft.com/office/drawing/2014/main" id="{E7C43FFD-A20B-AAF5-83E6-483F98A6D892}"/>
                    </a:ext>
                  </a:extLst>
                </p:cNvPr>
                <p:cNvPicPr/>
                <p:nvPr/>
              </p:nvPicPr>
              <p:blipFill>
                <a:blip r:embed="rId121"/>
                <a:stretch>
                  <a:fillRect/>
                </a:stretch>
              </p:blipFill>
              <p:spPr>
                <a:xfrm>
                  <a:off x="7486123" y="4162568"/>
                  <a:ext cx="93600" cy="416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2">
            <p14:nvContentPartPr>
              <p14:cNvPr id="96" name="Entrada de lápiz 95">
                <a:extLst>
                  <a:ext uri="{FF2B5EF4-FFF2-40B4-BE49-F238E27FC236}">
                    <a16:creationId xmlns:a16="http://schemas.microsoft.com/office/drawing/2014/main" id="{C7CB926C-B6DD-534A-C9B5-A0073738564F}"/>
                  </a:ext>
                </a:extLst>
              </p14:cNvPr>
              <p14:cNvContentPartPr/>
              <p14:nvPr/>
            </p14:nvContentPartPr>
            <p14:xfrm>
              <a:off x="7719763" y="4175528"/>
              <a:ext cx="240480" cy="500040"/>
            </p14:xfrm>
          </p:contentPart>
        </mc:Choice>
        <mc:Fallback>
          <p:pic>
            <p:nvPicPr>
              <p:cNvPr id="96" name="Entrada de lápiz 95">
                <a:extLst>
                  <a:ext uri="{FF2B5EF4-FFF2-40B4-BE49-F238E27FC236}">
                    <a16:creationId xmlns:a16="http://schemas.microsoft.com/office/drawing/2014/main" id="{C7CB926C-B6DD-534A-C9B5-A0073738564F}"/>
                  </a:ext>
                </a:extLst>
              </p:cNvPr>
              <p:cNvPicPr/>
              <p:nvPr/>
            </p:nvPicPr>
            <p:blipFill>
              <a:blip r:embed="rId123"/>
              <a:stretch>
                <a:fillRect/>
              </a:stretch>
            </p:blipFill>
            <p:spPr>
              <a:xfrm>
                <a:off x="7711123" y="4166888"/>
                <a:ext cx="258120" cy="517680"/>
              </a:xfrm>
              <a:prstGeom prst="rect">
                <a:avLst/>
              </a:prstGeom>
            </p:spPr>
          </p:pic>
        </mc:Fallback>
      </mc:AlternateContent>
    </p:spTree>
    <p:extLst>
      <p:ext uri="{BB962C8B-B14F-4D97-AF65-F5344CB8AC3E}">
        <p14:creationId xmlns:p14="http://schemas.microsoft.com/office/powerpoint/2010/main" val="2042146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9E20C09-A989-06A7-4A5D-20E755B99367}"/>
              </a:ext>
            </a:extLst>
          </p:cNvPr>
          <p:cNvSpPr>
            <a:spLocks noGrp="1"/>
          </p:cNvSpPr>
          <p:nvPr>
            <p:ph idx="1"/>
          </p:nvPr>
        </p:nvSpPr>
        <p:spPr>
          <a:xfrm>
            <a:off x="838200" y="524656"/>
            <a:ext cx="10515600" cy="5656688"/>
          </a:xfrm>
        </p:spPr>
        <p:txBody>
          <a:bodyPr/>
          <a:lstStyle/>
          <a:p>
            <a:pPr marL="0" indent="0">
              <a:buNone/>
            </a:pPr>
            <a:r>
              <a:rPr lang="es-ES" sz="4800" dirty="0">
                <a:ln w="0"/>
                <a:effectLst>
                  <a:outerShdw blurRad="38100" dist="19050" dir="2700000" algn="tl" rotWithShape="0">
                    <a:schemeClr val="dk1">
                      <a:alpha val="40000"/>
                    </a:schemeClr>
                  </a:outerShdw>
                </a:effectLst>
              </a:rPr>
              <a:t>El valor de la acción es</a:t>
            </a:r>
            <a:r>
              <a:rPr lang="es-ES" dirty="0"/>
              <a:t>:</a:t>
            </a:r>
          </a:p>
          <a:p>
            <a:endParaRPr lang="es-GT" dirty="0"/>
          </a:p>
          <a:p>
            <a:pPr marL="0" indent="0">
              <a:buNone/>
            </a:pPr>
            <a:r>
              <a:rPr lang="es-GT" sz="4800" b="1" dirty="0"/>
              <a:t>		$3.00			$ 3.00</a:t>
            </a:r>
          </a:p>
          <a:p>
            <a:pPr marL="0" indent="0">
              <a:buNone/>
            </a:pPr>
            <a:r>
              <a:rPr lang="es-GT" sz="4800" b="1" dirty="0"/>
              <a:t>P</a:t>
            </a:r>
            <a:r>
              <a:rPr lang="es-GT" sz="4800" b="1" baseline="-25000" dirty="0"/>
              <a:t>0</a:t>
            </a:r>
            <a:r>
              <a:rPr lang="es-GT" sz="4800" b="1" dirty="0"/>
              <a:t> = 				=			=	$37.50</a:t>
            </a:r>
          </a:p>
          <a:p>
            <a:pPr marL="0" indent="0">
              <a:buNone/>
            </a:pPr>
            <a:r>
              <a:rPr lang="es-GT" sz="4800" b="1" dirty="0"/>
              <a:t>	      0.15 -0.07 		  0.08</a:t>
            </a:r>
          </a:p>
        </p:txBody>
      </p:sp>
      <p:cxnSp>
        <p:nvCxnSpPr>
          <p:cNvPr id="7" name="Conector recto 6">
            <a:extLst>
              <a:ext uri="{FF2B5EF4-FFF2-40B4-BE49-F238E27FC236}">
                <a16:creationId xmlns:a16="http://schemas.microsoft.com/office/drawing/2014/main" id="{0B898452-7BDF-E4C0-E6D4-081010D1ABA9}"/>
              </a:ext>
            </a:extLst>
          </p:cNvPr>
          <p:cNvCxnSpPr/>
          <p:nvPr/>
        </p:nvCxnSpPr>
        <p:spPr>
          <a:xfrm>
            <a:off x="2098623" y="3072984"/>
            <a:ext cx="2068643" cy="0"/>
          </a:xfrm>
          <a:prstGeom prst="line">
            <a:avLst/>
          </a:prstGeom>
        </p:spPr>
        <p:style>
          <a:lnRef idx="3">
            <a:schemeClr val="dk1"/>
          </a:lnRef>
          <a:fillRef idx="0">
            <a:schemeClr val="dk1"/>
          </a:fillRef>
          <a:effectRef idx="2">
            <a:schemeClr val="dk1"/>
          </a:effectRef>
          <a:fontRef idx="minor">
            <a:schemeClr val="tx1"/>
          </a:fontRef>
        </p:style>
      </p:cxnSp>
      <p:cxnSp>
        <p:nvCxnSpPr>
          <p:cNvPr id="8" name="Conector recto 7">
            <a:extLst>
              <a:ext uri="{FF2B5EF4-FFF2-40B4-BE49-F238E27FC236}">
                <a16:creationId xmlns:a16="http://schemas.microsoft.com/office/drawing/2014/main" id="{8AACE3F3-7103-46CA-64ED-55F247641070}"/>
              </a:ext>
            </a:extLst>
          </p:cNvPr>
          <p:cNvCxnSpPr/>
          <p:nvPr/>
        </p:nvCxnSpPr>
        <p:spPr>
          <a:xfrm>
            <a:off x="5061678" y="3072984"/>
            <a:ext cx="2068643"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396145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48EEFEC-2F68-DAEA-42C5-81F77375EBA5}"/>
              </a:ext>
            </a:extLst>
          </p:cNvPr>
          <p:cNvSpPr>
            <a:spLocks noGrp="1"/>
          </p:cNvSpPr>
          <p:nvPr>
            <p:ph type="title"/>
          </p:nvPr>
        </p:nvSpPr>
        <p:spPr>
          <a:xfrm>
            <a:off x="640080" y="325370"/>
            <a:ext cx="6894576" cy="1784538"/>
          </a:xfrm>
        </p:spPr>
        <p:txBody>
          <a:bodyPr anchor="b">
            <a:normAutofit/>
          </a:bodyPr>
          <a:lstStyle/>
          <a:p>
            <a:pPr>
              <a:lnSpc>
                <a:spcPct val="90000"/>
              </a:lnSpc>
            </a:pPr>
            <a:r>
              <a:rPr lang="es-ES" sz="4000"/>
              <a:t>Otros métodos para valoración de acciones comunes:</a:t>
            </a:r>
            <a:endParaRPr lang="es-GT" sz="4000"/>
          </a:p>
        </p:txBody>
      </p:sp>
      <p:sp>
        <p:nvSpPr>
          <p:cNvPr id="11"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093" y="2395391"/>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FF085D"/>
          </a:solidFill>
          <a:ln w="38100" cap="rnd">
            <a:solidFill>
              <a:srgbClr val="FF085D"/>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9DDD4EF5-B703-4E15-5F75-E02638F0A021}"/>
              </a:ext>
            </a:extLst>
          </p:cNvPr>
          <p:cNvSpPr>
            <a:spLocks noGrp="1"/>
          </p:cNvSpPr>
          <p:nvPr>
            <p:ph idx="1"/>
          </p:nvPr>
        </p:nvSpPr>
        <p:spPr>
          <a:xfrm>
            <a:off x="640080" y="2708307"/>
            <a:ext cx="6894576" cy="3485260"/>
          </a:xfrm>
        </p:spPr>
        <p:txBody>
          <a:bodyPr>
            <a:normAutofit/>
          </a:bodyPr>
          <a:lstStyle/>
          <a:p>
            <a:pPr marL="0" indent="0" algn="just">
              <a:buNone/>
            </a:pPr>
            <a:r>
              <a:rPr lang="es-ES" sz="4800" b="1" dirty="0"/>
              <a:t>Entre los más populares están el valor en libros, el valor de liquidación, y cierto tipo de múltiplo precio / ganancias.</a:t>
            </a:r>
            <a:endParaRPr lang="es-GT" sz="4800" b="1" dirty="0"/>
          </a:p>
        </p:txBody>
      </p:sp>
      <p:pic>
        <p:nvPicPr>
          <p:cNvPr id="5" name="Picture 4" descr="Códigos en papeles">
            <a:extLst>
              <a:ext uri="{FF2B5EF4-FFF2-40B4-BE49-F238E27FC236}">
                <a16:creationId xmlns:a16="http://schemas.microsoft.com/office/drawing/2014/main" id="{C7561E36-CD40-4EB2-EED4-82883FB2EF28}"/>
              </a:ext>
            </a:extLst>
          </p:cNvPr>
          <p:cNvPicPr>
            <a:picLocks noChangeAspect="1"/>
          </p:cNvPicPr>
          <p:nvPr/>
        </p:nvPicPr>
        <p:blipFill rotWithShape="1">
          <a:blip r:embed="rId2"/>
          <a:srcRect l="31261" r="29313" b="-1"/>
          <a:stretch/>
        </p:blipFill>
        <p:spPr>
          <a:xfrm>
            <a:off x="8141399" y="10"/>
            <a:ext cx="4050601" cy="6857990"/>
          </a:xfrm>
          <a:custGeom>
            <a:avLst/>
            <a:gdLst/>
            <a:ahLst/>
            <a:cxnLst/>
            <a:rect l="l" t="t" r="r" b="b"/>
            <a:pathLst>
              <a:path w="4050601" h="6858000">
                <a:moveTo>
                  <a:pt x="26697" y="0"/>
                </a:moveTo>
                <a:lnTo>
                  <a:pt x="4050601" y="0"/>
                </a:lnTo>
                <a:lnTo>
                  <a:pt x="4050601" y="6858000"/>
                </a:lnTo>
                <a:lnTo>
                  <a:pt x="28376" y="6858000"/>
                </a:lnTo>
                <a:lnTo>
                  <a:pt x="28782" y="6851321"/>
                </a:lnTo>
                <a:cubicBezTo>
                  <a:pt x="31911" y="6730915"/>
                  <a:pt x="35027" y="6610471"/>
                  <a:pt x="38157" y="6489990"/>
                </a:cubicBezTo>
                <a:cubicBezTo>
                  <a:pt x="38284" y="6484913"/>
                  <a:pt x="39171" y="6479963"/>
                  <a:pt x="39171" y="6474886"/>
                </a:cubicBezTo>
                <a:cubicBezTo>
                  <a:pt x="48166" y="6361042"/>
                  <a:pt x="53107" y="6247198"/>
                  <a:pt x="18899" y="6136019"/>
                </a:cubicBezTo>
                <a:cubicBezTo>
                  <a:pt x="15871" y="6125573"/>
                  <a:pt x="14262" y="6114773"/>
                  <a:pt x="14084" y="6103909"/>
                </a:cubicBezTo>
                <a:cubicBezTo>
                  <a:pt x="12413" y="6006983"/>
                  <a:pt x="16644" y="5910056"/>
                  <a:pt x="26754" y="5813650"/>
                </a:cubicBezTo>
                <a:cubicBezTo>
                  <a:pt x="31949" y="5754507"/>
                  <a:pt x="26754" y="5694475"/>
                  <a:pt x="43478" y="5635967"/>
                </a:cubicBezTo>
                <a:cubicBezTo>
                  <a:pt x="50864" y="5606890"/>
                  <a:pt x="55109" y="5577103"/>
                  <a:pt x="56147" y="5547125"/>
                </a:cubicBezTo>
                <a:cubicBezTo>
                  <a:pt x="59948" y="5474529"/>
                  <a:pt x="38537" y="5406248"/>
                  <a:pt x="18139" y="5337713"/>
                </a:cubicBezTo>
                <a:cubicBezTo>
                  <a:pt x="7370" y="5301414"/>
                  <a:pt x="-5426" y="5264355"/>
                  <a:pt x="2429" y="5226280"/>
                </a:cubicBezTo>
                <a:cubicBezTo>
                  <a:pt x="16707" y="5167720"/>
                  <a:pt x="24854" y="5107828"/>
                  <a:pt x="26754" y="5047581"/>
                </a:cubicBezTo>
                <a:cubicBezTo>
                  <a:pt x="26754" y="5004937"/>
                  <a:pt x="16365" y="4963181"/>
                  <a:pt x="20039" y="4920664"/>
                </a:cubicBezTo>
                <a:cubicBezTo>
                  <a:pt x="28211" y="4838181"/>
                  <a:pt x="30238" y="4755203"/>
                  <a:pt x="26121" y="4672415"/>
                </a:cubicBezTo>
                <a:cubicBezTo>
                  <a:pt x="26095" y="4639315"/>
                  <a:pt x="29846" y="4606317"/>
                  <a:pt x="37270" y="4574054"/>
                </a:cubicBezTo>
                <a:cubicBezTo>
                  <a:pt x="46506" y="4517120"/>
                  <a:pt x="48419" y="4459246"/>
                  <a:pt x="42971" y="4401829"/>
                </a:cubicBezTo>
                <a:cubicBezTo>
                  <a:pt x="37016" y="4335324"/>
                  <a:pt x="19279" y="4269835"/>
                  <a:pt x="14845" y="4203331"/>
                </a:cubicBezTo>
                <a:cubicBezTo>
                  <a:pt x="7876" y="4093167"/>
                  <a:pt x="17759" y="3983003"/>
                  <a:pt x="27514" y="3873347"/>
                </a:cubicBezTo>
                <a:cubicBezTo>
                  <a:pt x="35116" y="3803010"/>
                  <a:pt x="37143" y="3732178"/>
                  <a:pt x="33596" y="3661523"/>
                </a:cubicBezTo>
                <a:cubicBezTo>
                  <a:pt x="29161" y="3605426"/>
                  <a:pt x="22193" y="3549329"/>
                  <a:pt x="20926" y="3493232"/>
                </a:cubicBezTo>
                <a:cubicBezTo>
                  <a:pt x="18646" y="3392967"/>
                  <a:pt x="19532" y="3292703"/>
                  <a:pt x="25360" y="3192439"/>
                </a:cubicBezTo>
                <a:cubicBezTo>
                  <a:pt x="28274" y="3142180"/>
                  <a:pt x="32962" y="3092429"/>
                  <a:pt x="34989" y="3041789"/>
                </a:cubicBezTo>
                <a:cubicBezTo>
                  <a:pt x="37016" y="2991149"/>
                  <a:pt x="41071" y="2940002"/>
                  <a:pt x="29542" y="2890377"/>
                </a:cubicBezTo>
                <a:cubicBezTo>
                  <a:pt x="10030" y="2805978"/>
                  <a:pt x="24347" y="2721959"/>
                  <a:pt x="28528" y="2637813"/>
                </a:cubicBezTo>
                <a:cubicBezTo>
                  <a:pt x="31062" y="2585523"/>
                  <a:pt x="46266" y="2531964"/>
                  <a:pt x="32836" y="2481198"/>
                </a:cubicBezTo>
                <a:cubicBezTo>
                  <a:pt x="11677" y="2401621"/>
                  <a:pt x="25487" y="2323694"/>
                  <a:pt x="32836" y="2245386"/>
                </a:cubicBezTo>
                <a:cubicBezTo>
                  <a:pt x="41311" y="2171280"/>
                  <a:pt x="39816" y="2096361"/>
                  <a:pt x="28401" y="2022648"/>
                </a:cubicBezTo>
                <a:cubicBezTo>
                  <a:pt x="14084" y="1949518"/>
                  <a:pt x="14084" y="1874307"/>
                  <a:pt x="28401" y="1801178"/>
                </a:cubicBezTo>
                <a:cubicBezTo>
                  <a:pt x="40260" y="1740816"/>
                  <a:pt x="41628" y="1678868"/>
                  <a:pt x="32455" y="1618037"/>
                </a:cubicBezTo>
                <a:cubicBezTo>
                  <a:pt x="26247" y="1574505"/>
                  <a:pt x="15098" y="1531226"/>
                  <a:pt x="13578" y="1487694"/>
                </a:cubicBezTo>
                <a:cubicBezTo>
                  <a:pt x="10436" y="1396656"/>
                  <a:pt x="12298" y="1305517"/>
                  <a:pt x="19153" y="1214696"/>
                </a:cubicBezTo>
                <a:cubicBezTo>
                  <a:pt x="27134" y="1111259"/>
                  <a:pt x="42464" y="1008202"/>
                  <a:pt x="31822" y="904004"/>
                </a:cubicBezTo>
                <a:cubicBezTo>
                  <a:pt x="28148" y="868213"/>
                  <a:pt x="20673" y="832549"/>
                  <a:pt x="19913" y="796632"/>
                </a:cubicBezTo>
                <a:cubicBezTo>
                  <a:pt x="18266" y="729366"/>
                  <a:pt x="17505" y="662989"/>
                  <a:pt x="21306" y="593565"/>
                </a:cubicBezTo>
                <a:cubicBezTo>
                  <a:pt x="25107" y="524142"/>
                  <a:pt x="39550" y="453703"/>
                  <a:pt x="29795" y="385549"/>
                </a:cubicBezTo>
                <a:cubicBezTo>
                  <a:pt x="20039" y="317394"/>
                  <a:pt x="26374" y="250382"/>
                  <a:pt x="32709" y="183497"/>
                </a:cubicBezTo>
                <a:cubicBezTo>
                  <a:pt x="35750" y="151705"/>
                  <a:pt x="37809" y="120261"/>
                  <a:pt x="37254" y="88945"/>
                </a:cubicBezTo>
                <a:close/>
              </a:path>
            </a:pathLst>
          </a:custGeom>
        </p:spPr>
      </p:pic>
    </p:spTree>
    <p:extLst>
      <p:ext uri="{BB962C8B-B14F-4D97-AF65-F5344CB8AC3E}">
        <p14:creationId xmlns:p14="http://schemas.microsoft.com/office/powerpoint/2010/main" val="13051335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546543-FB1A-5BD9-EC99-DC16EDB55D07}"/>
              </a:ext>
            </a:extLst>
          </p:cNvPr>
          <p:cNvSpPr>
            <a:spLocks noGrp="1"/>
          </p:cNvSpPr>
          <p:nvPr>
            <p:ph type="title"/>
          </p:nvPr>
        </p:nvSpPr>
        <p:spPr/>
        <p:txBody>
          <a:bodyPr/>
          <a:lstStyle/>
          <a:p>
            <a:r>
              <a:rPr lang="es-ES" dirty="0"/>
              <a:t>Valor en libros</a:t>
            </a:r>
            <a:endParaRPr lang="es-GT" dirty="0"/>
          </a:p>
        </p:txBody>
      </p:sp>
      <p:sp>
        <p:nvSpPr>
          <p:cNvPr id="3" name="Marcador de contenido 2">
            <a:extLst>
              <a:ext uri="{FF2B5EF4-FFF2-40B4-BE49-F238E27FC236}">
                <a16:creationId xmlns:a16="http://schemas.microsoft.com/office/drawing/2014/main" id="{6CED19C4-343C-B7D0-6F1A-83EACADB5547}"/>
              </a:ext>
            </a:extLst>
          </p:cNvPr>
          <p:cNvSpPr>
            <a:spLocks noGrp="1"/>
          </p:cNvSpPr>
          <p:nvPr>
            <p:ph idx="1"/>
          </p:nvPr>
        </p:nvSpPr>
        <p:spPr/>
        <p:txBody>
          <a:bodyPr>
            <a:normAutofit lnSpcReduction="10000"/>
          </a:bodyPr>
          <a:lstStyle/>
          <a:p>
            <a:pPr marL="0" indent="0" algn="just">
              <a:buNone/>
            </a:pPr>
            <a:r>
              <a:rPr lang="es-MX" b="1" dirty="0"/>
              <a:t>Es simplemente la cantidad por acción común que sea recibiría si todos los activos de la empresa se vendieran a su valor en libros (contable) exacto y los beneficios restantes después de pagar todos los pasivos incluyendo las acciones preferentes se dividieran entre los accionistas comunes.</a:t>
            </a:r>
          </a:p>
          <a:p>
            <a:pPr marL="0" indent="0" algn="just">
              <a:buNone/>
            </a:pPr>
            <a:r>
              <a:rPr lang="es-MX" b="1" dirty="0"/>
              <a:t>En nuestro ejemplo, a finales de 2023, la empresa XYZ tiene un total de activos de 12 millones de dólares, total de pasivos (acciones preferentes incluidas)  9 millones y 200,000 acciones comunes en circulación. El valor en libros sería:</a:t>
            </a:r>
          </a:p>
          <a:p>
            <a:pPr marL="0" indent="0" algn="just">
              <a:buNone/>
            </a:pPr>
            <a:r>
              <a:rPr lang="es-MX" b="1" dirty="0"/>
              <a:t>$12,000,0000 - $9,000,000</a:t>
            </a:r>
          </a:p>
          <a:p>
            <a:pPr marL="0" indent="0" algn="just">
              <a:buNone/>
            </a:pPr>
            <a:r>
              <a:rPr lang="es-MX" b="1" dirty="0"/>
              <a:t>        				= $15 por acción</a:t>
            </a:r>
          </a:p>
          <a:p>
            <a:pPr marL="0" indent="0" algn="just">
              <a:buNone/>
            </a:pPr>
            <a:r>
              <a:rPr lang="es-MX" b="1" dirty="0"/>
              <a:t>          200,000 acciones</a:t>
            </a:r>
            <a:endParaRPr lang="es-GT" b="1" dirty="0"/>
          </a:p>
        </p:txBody>
      </p:sp>
      <p:cxnSp>
        <p:nvCxnSpPr>
          <p:cNvPr id="5" name="Conector recto 4">
            <a:extLst>
              <a:ext uri="{FF2B5EF4-FFF2-40B4-BE49-F238E27FC236}">
                <a16:creationId xmlns:a16="http://schemas.microsoft.com/office/drawing/2014/main" id="{06C0383A-5F46-1BA2-AC60-DC4EECCE4A9E}"/>
              </a:ext>
            </a:extLst>
          </p:cNvPr>
          <p:cNvCxnSpPr/>
          <p:nvPr/>
        </p:nvCxnSpPr>
        <p:spPr>
          <a:xfrm>
            <a:off x="974361" y="5126636"/>
            <a:ext cx="2473377"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89706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C5B252A-1A7E-244C-C5D7-9BDF7D41B29C}"/>
              </a:ext>
            </a:extLst>
          </p:cNvPr>
          <p:cNvSpPr>
            <a:spLocks noGrp="1"/>
          </p:cNvSpPr>
          <p:nvPr>
            <p:ph type="title"/>
          </p:nvPr>
        </p:nvSpPr>
        <p:spPr>
          <a:xfrm>
            <a:off x="640080" y="325370"/>
            <a:ext cx="6894576" cy="1784538"/>
          </a:xfrm>
        </p:spPr>
        <p:txBody>
          <a:bodyPr anchor="b">
            <a:normAutofit/>
          </a:bodyPr>
          <a:lstStyle/>
          <a:p>
            <a:pPr>
              <a:lnSpc>
                <a:spcPct val="90000"/>
              </a:lnSpc>
            </a:pPr>
            <a:r>
              <a:rPr lang="es-GT" sz="5600"/>
              <a:t>Valor de liquidación:</a:t>
            </a:r>
          </a:p>
        </p:txBody>
      </p:sp>
      <p:sp>
        <p:nvSpPr>
          <p:cNvPr id="11"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093" y="2395391"/>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F7F26A"/>
          </a:solidFill>
          <a:ln w="38100" cap="rnd">
            <a:solidFill>
              <a:srgbClr val="F7F26A"/>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95596C5-095A-7791-7984-5998956CD650}"/>
              </a:ext>
            </a:extLst>
          </p:cNvPr>
          <p:cNvSpPr>
            <a:spLocks noGrp="1"/>
          </p:cNvSpPr>
          <p:nvPr>
            <p:ph idx="1"/>
          </p:nvPr>
        </p:nvSpPr>
        <p:spPr>
          <a:xfrm>
            <a:off x="404734" y="2435278"/>
            <a:ext cx="7450112" cy="3758289"/>
          </a:xfrm>
        </p:spPr>
        <p:txBody>
          <a:bodyPr>
            <a:normAutofit/>
          </a:bodyPr>
          <a:lstStyle/>
          <a:p>
            <a:pPr marL="0" indent="0" algn="just">
              <a:buNone/>
            </a:pPr>
            <a:r>
              <a:rPr lang="es-MX" sz="3000" b="1" dirty="0"/>
              <a:t>Es el monto real por acción común que sea recibiría si todos los activos de la empresa se vendieran a su valor de mercado, se pagaran los pasivos (incluyendo las acciones preferentes) y cualquier dinero restante se distribuyera entre sus accionistas comunes</a:t>
            </a:r>
            <a:r>
              <a:rPr lang="es-GT" sz="3000" b="1" dirty="0"/>
              <a:t>.</a:t>
            </a:r>
          </a:p>
          <a:p>
            <a:pPr marL="0" indent="0" algn="just">
              <a:buNone/>
            </a:pPr>
            <a:r>
              <a:rPr lang="es-MX" sz="3000" b="1" dirty="0"/>
              <a:t>Esta medida es más realista que el valor el libros porque se basa en el valor de mercado actual de los activos de la empresa, aunque no considera la capacidad de generar ganancias que tienen esos activos.</a:t>
            </a:r>
            <a:endParaRPr lang="es-GT" sz="3000" b="1" dirty="0"/>
          </a:p>
        </p:txBody>
      </p:sp>
      <p:pic>
        <p:nvPicPr>
          <p:cNvPr id="5" name="Picture 4" descr="Números y gráficos digitales">
            <a:extLst>
              <a:ext uri="{FF2B5EF4-FFF2-40B4-BE49-F238E27FC236}">
                <a16:creationId xmlns:a16="http://schemas.microsoft.com/office/drawing/2014/main" id="{6C187121-D4C6-DC19-04AB-38A392140B48}"/>
              </a:ext>
            </a:extLst>
          </p:cNvPr>
          <p:cNvPicPr>
            <a:picLocks noChangeAspect="1"/>
          </p:cNvPicPr>
          <p:nvPr/>
        </p:nvPicPr>
        <p:blipFill rotWithShape="1">
          <a:blip r:embed="rId2"/>
          <a:srcRect l="38610" r="21964" b="-1"/>
          <a:stretch/>
        </p:blipFill>
        <p:spPr>
          <a:xfrm>
            <a:off x="8141399" y="10"/>
            <a:ext cx="4050601" cy="6857990"/>
          </a:xfrm>
          <a:custGeom>
            <a:avLst/>
            <a:gdLst/>
            <a:ahLst/>
            <a:cxnLst/>
            <a:rect l="l" t="t" r="r" b="b"/>
            <a:pathLst>
              <a:path w="4050601" h="6858000">
                <a:moveTo>
                  <a:pt x="26697" y="0"/>
                </a:moveTo>
                <a:lnTo>
                  <a:pt x="4050601" y="0"/>
                </a:lnTo>
                <a:lnTo>
                  <a:pt x="4050601" y="6858000"/>
                </a:lnTo>
                <a:lnTo>
                  <a:pt x="28376" y="6858000"/>
                </a:lnTo>
                <a:lnTo>
                  <a:pt x="28782" y="6851321"/>
                </a:lnTo>
                <a:cubicBezTo>
                  <a:pt x="31911" y="6730915"/>
                  <a:pt x="35027" y="6610471"/>
                  <a:pt x="38157" y="6489990"/>
                </a:cubicBezTo>
                <a:cubicBezTo>
                  <a:pt x="38284" y="6484913"/>
                  <a:pt x="39171" y="6479963"/>
                  <a:pt x="39171" y="6474886"/>
                </a:cubicBezTo>
                <a:cubicBezTo>
                  <a:pt x="48166" y="6361042"/>
                  <a:pt x="53107" y="6247198"/>
                  <a:pt x="18899" y="6136019"/>
                </a:cubicBezTo>
                <a:cubicBezTo>
                  <a:pt x="15871" y="6125573"/>
                  <a:pt x="14262" y="6114773"/>
                  <a:pt x="14084" y="6103909"/>
                </a:cubicBezTo>
                <a:cubicBezTo>
                  <a:pt x="12413" y="6006983"/>
                  <a:pt x="16644" y="5910056"/>
                  <a:pt x="26754" y="5813650"/>
                </a:cubicBezTo>
                <a:cubicBezTo>
                  <a:pt x="31949" y="5754507"/>
                  <a:pt x="26754" y="5694475"/>
                  <a:pt x="43478" y="5635967"/>
                </a:cubicBezTo>
                <a:cubicBezTo>
                  <a:pt x="50864" y="5606890"/>
                  <a:pt x="55109" y="5577103"/>
                  <a:pt x="56147" y="5547125"/>
                </a:cubicBezTo>
                <a:cubicBezTo>
                  <a:pt x="59948" y="5474529"/>
                  <a:pt x="38537" y="5406248"/>
                  <a:pt x="18139" y="5337713"/>
                </a:cubicBezTo>
                <a:cubicBezTo>
                  <a:pt x="7370" y="5301414"/>
                  <a:pt x="-5426" y="5264355"/>
                  <a:pt x="2429" y="5226280"/>
                </a:cubicBezTo>
                <a:cubicBezTo>
                  <a:pt x="16707" y="5167720"/>
                  <a:pt x="24854" y="5107828"/>
                  <a:pt x="26754" y="5047581"/>
                </a:cubicBezTo>
                <a:cubicBezTo>
                  <a:pt x="26754" y="5004937"/>
                  <a:pt x="16365" y="4963181"/>
                  <a:pt x="20039" y="4920664"/>
                </a:cubicBezTo>
                <a:cubicBezTo>
                  <a:pt x="28211" y="4838181"/>
                  <a:pt x="30238" y="4755203"/>
                  <a:pt x="26121" y="4672415"/>
                </a:cubicBezTo>
                <a:cubicBezTo>
                  <a:pt x="26095" y="4639315"/>
                  <a:pt x="29846" y="4606317"/>
                  <a:pt x="37270" y="4574054"/>
                </a:cubicBezTo>
                <a:cubicBezTo>
                  <a:pt x="46506" y="4517120"/>
                  <a:pt x="48419" y="4459246"/>
                  <a:pt x="42971" y="4401829"/>
                </a:cubicBezTo>
                <a:cubicBezTo>
                  <a:pt x="37016" y="4335324"/>
                  <a:pt x="19279" y="4269835"/>
                  <a:pt x="14845" y="4203331"/>
                </a:cubicBezTo>
                <a:cubicBezTo>
                  <a:pt x="7876" y="4093167"/>
                  <a:pt x="17759" y="3983003"/>
                  <a:pt x="27514" y="3873347"/>
                </a:cubicBezTo>
                <a:cubicBezTo>
                  <a:pt x="35116" y="3803010"/>
                  <a:pt x="37143" y="3732178"/>
                  <a:pt x="33596" y="3661523"/>
                </a:cubicBezTo>
                <a:cubicBezTo>
                  <a:pt x="29161" y="3605426"/>
                  <a:pt x="22193" y="3549329"/>
                  <a:pt x="20926" y="3493232"/>
                </a:cubicBezTo>
                <a:cubicBezTo>
                  <a:pt x="18646" y="3392967"/>
                  <a:pt x="19532" y="3292703"/>
                  <a:pt x="25360" y="3192439"/>
                </a:cubicBezTo>
                <a:cubicBezTo>
                  <a:pt x="28274" y="3142180"/>
                  <a:pt x="32962" y="3092429"/>
                  <a:pt x="34989" y="3041789"/>
                </a:cubicBezTo>
                <a:cubicBezTo>
                  <a:pt x="37016" y="2991149"/>
                  <a:pt x="41071" y="2940002"/>
                  <a:pt x="29542" y="2890377"/>
                </a:cubicBezTo>
                <a:cubicBezTo>
                  <a:pt x="10030" y="2805978"/>
                  <a:pt x="24347" y="2721959"/>
                  <a:pt x="28528" y="2637813"/>
                </a:cubicBezTo>
                <a:cubicBezTo>
                  <a:pt x="31062" y="2585523"/>
                  <a:pt x="46266" y="2531964"/>
                  <a:pt x="32836" y="2481198"/>
                </a:cubicBezTo>
                <a:cubicBezTo>
                  <a:pt x="11677" y="2401621"/>
                  <a:pt x="25487" y="2323694"/>
                  <a:pt x="32836" y="2245386"/>
                </a:cubicBezTo>
                <a:cubicBezTo>
                  <a:pt x="41311" y="2171280"/>
                  <a:pt x="39816" y="2096361"/>
                  <a:pt x="28401" y="2022648"/>
                </a:cubicBezTo>
                <a:cubicBezTo>
                  <a:pt x="14084" y="1949518"/>
                  <a:pt x="14084" y="1874307"/>
                  <a:pt x="28401" y="1801178"/>
                </a:cubicBezTo>
                <a:cubicBezTo>
                  <a:pt x="40260" y="1740816"/>
                  <a:pt x="41628" y="1678868"/>
                  <a:pt x="32455" y="1618037"/>
                </a:cubicBezTo>
                <a:cubicBezTo>
                  <a:pt x="26247" y="1574505"/>
                  <a:pt x="15098" y="1531226"/>
                  <a:pt x="13578" y="1487694"/>
                </a:cubicBezTo>
                <a:cubicBezTo>
                  <a:pt x="10436" y="1396656"/>
                  <a:pt x="12298" y="1305517"/>
                  <a:pt x="19153" y="1214696"/>
                </a:cubicBezTo>
                <a:cubicBezTo>
                  <a:pt x="27134" y="1111259"/>
                  <a:pt x="42464" y="1008202"/>
                  <a:pt x="31822" y="904004"/>
                </a:cubicBezTo>
                <a:cubicBezTo>
                  <a:pt x="28148" y="868213"/>
                  <a:pt x="20673" y="832549"/>
                  <a:pt x="19913" y="796632"/>
                </a:cubicBezTo>
                <a:cubicBezTo>
                  <a:pt x="18266" y="729366"/>
                  <a:pt x="17505" y="662989"/>
                  <a:pt x="21306" y="593565"/>
                </a:cubicBezTo>
                <a:cubicBezTo>
                  <a:pt x="25107" y="524142"/>
                  <a:pt x="39550" y="453703"/>
                  <a:pt x="29795" y="385549"/>
                </a:cubicBezTo>
                <a:cubicBezTo>
                  <a:pt x="20039" y="317394"/>
                  <a:pt x="26374" y="250382"/>
                  <a:pt x="32709" y="183497"/>
                </a:cubicBezTo>
                <a:cubicBezTo>
                  <a:pt x="35750" y="151705"/>
                  <a:pt x="37809" y="120261"/>
                  <a:pt x="37254" y="88945"/>
                </a:cubicBezTo>
                <a:close/>
              </a:path>
            </a:pathLst>
          </a:custGeom>
        </p:spPr>
      </p:pic>
    </p:spTree>
    <p:extLst>
      <p:ext uri="{BB962C8B-B14F-4D97-AF65-F5344CB8AC3E}">
        <p14:creationId xmlns:p14="http://schemas.microsoft.com/office/powerpoint/2010/main" val="854826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E62D69C-9905-C00D-6B77-6456106CFE34}"/>
              </a:ext>
            </a:extLst>
          </p:cNvPr>
          <p:cNvSpPr>
            <a:spLocks noGrp="1"/>
          </p:cNvSpPr>
          <p:nvPr>
            <p:ph type="title"/>
          </p:nvPr>
        </p:nvSpPr>
        <p:spPr>
          <a:xfrm>
            <a:off x="640080" y="325370"/>
            <a:ext cx="6894576" cy="1784538"/>
          </a:xfrm>
        </p:spPr>
        <p:txBody>
          <a:bodyPr anchor="b">
            <a:normAutofit/>
          </a:bodyPr>
          <a:lstStyle/>
          <a:p>
            <a:r>
              <a:rPr lang="es-GT" sz="7200"/>
              <a:t>Ejemplo</a:t>
            </a:r>
          </a:p>
        </p:txBody>
      </p:sp>
      <p:sp>
        <p:nvSpPr>
          <p:cNvPr id="11"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093" y="2395391"/>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301D37D-310C-3689-606C-9F4C2D6D7ECE}"/>
              </a:ext>
            </a:extLst>
          </p:cNvPr>
          <p:cNvSpPr>
            <a:spLocks noGrp="1"/>
          </p:cNvSpPr>
          <p:nvPr>
            <p:ph idx="1"/>
          </p:nvPr>
        </p:nvSpPr>
        <p:spPr>
          <a:xfrm>
            <a:off x="640080" y="2708307"/>
            <a:ext cx="6894576" cy="3485260"/>
          </a:xfrm>
        </p:spPr>
        <p:txBody>
          <a:bodyPr>
            <a:normAutofit/>
          </a:bodyPr>
          <a:lstStyle/>
          <a:p>
            <a:pPr marL="0" indent="0">
              <a:buNone/>
            </a:pPr>
            <a:r>
              <a:rPr lang="es-GT" b="1"/>
              <a:t>La empresa ABC descubrió mediante una investigación que podía obtener solo 10.5 millones de dólares si vendiera sus activos hoy. El valor de liquidación por acción de la empresa sería:</a:t>
            </a:r>
          </a:p>
          <a:p>
            <a:pPr marL="0" indent="0">
              <a:buNone/>
            </a:pPr>
            <a:r>
              <a:rPr lang="es-GT" b="1"/>
              <a:t>($10,500,000 - $9,000,000) / 200,000 acciones = $7.50 por acción</a:t>
            </a:r>
          </a:p>
          <a:p>
            <a:pPr marL="0" indent="0">
              <a:buNone/>
            </a:pPr>
            <a:r>
              <a:rPr lang="es-GT" b="1"/>
              <a:t>Considerando el monto de liquidación, este monto sería el valor mínimo de la empresa</a:t>
            </a:r>
          </a:p>
        </p:txBody>
      </p:sp>
      <p:pic>
        <p:nvPicPr>
          <p:cNvPr id="5" name="Picture 4" descr="Calculadora, lápiz, brújula, dinero y un papel con gráficos impresos en él">
            <a:extLst>
              <a:ext uri="{FF2B5EF4-FFF2-40B4-BE49-F238E27FC236}">
                <a16:creationId xmlns:a16="http://schemas.microsoft.com/office/drawing/2014/main" id="{6AC7D6B4-8027-6B35-9667-7EB4CD451590}"/>
              </a:ext>
            </a:extLst>
          </p:cNvPr>
          <p:cNvPicPr>
            <a:picLocks noChangeAspect="1"/>
          </p:cNvPicPr>
          <p:nvPr/>
        </p:nvPicPr>
        <p:blipFill rotWithShape="1">
          <a:blip r:embed="rId2"/>
          <a:srcRect l="34318" r="30095" b="-1"/>
          <a:stretch/>
        </p:blipFill>
        <p:spPr>
          <a:xfrm>
            <a:off x="8141399" y="10"/>
            <a:ext cx="4050601" cy="6857990"/>
          </a:xfrm>
          <a:custGeom>
            <a:avLst/>
            <a:gdLst/>
            <a:ahLst/>
            <a:cxnLst/>
            <a:rect l="l" t="t" r="r" b="b"/>
            <a:pathLst>
              <a:path w="4050601" h="6858000">
                <a:moveTo>
                  <a:pt x="26697" y="0"/>
                </a:moveTo>
                <a:lnTo>
                  <a:pt x="4050601" y="0"/>
                </a:lnTo>
                <a:lnTo>
                  <a:pt x="4050601" y="6858000"/>
                </a:lnTo>
                <a:lnTo>
                  <a:pt x="28376" y="6858000"/>
                </a:lnTo>
                <a:lnTo>
                  <a:pt x="28782" y="6851321"/>
                </a:lnTo>
                <a:cubicBezTo>
                  <a:pt x="31911" y="6730915"/>
                  <a:pt x="35027" y="6610471"/>
                  <a:pt x="38157" y="6489990"/>
                </a:cubicBezTo>
                <a:cubicBezTo>
                  <a:pt x="38284" y="6484913"/>
                  <a:pt x="39171" y="6479963"/>
                  <a:pt x="39171" y="6474886"/>
                </a:cubicBezTo>
                <a:cubicBezTo>
                  <a:pt x="48166" y="6361042"/>
                  <a:pt x="53107" y="6247198"/>
                  <a:pt x="18899" y="6136019"/>
                </a:cubicBezTo>
                <a:cubicBezTo>
                  <a:pt x="15871" y="6125573"/>
                  <a:pt x="14262" y="6114773"/>
                  <a:pt x="14084" y="6103909"/>
                </a:cubicBezTo>
                <a:cubicBezTo>
                  <a:pt x="12413" y="6006983"/>
                  <a:pt x="16644" y="5910056"/>
                  <a:pt x="26754" y="5813650"/>
                </a:cubicBezTo>
                <a:cubicBezTo>
                  <a:pt x="31949" y="5754507"/>
                  <a:pt x="26754" y="5694475"/>
                  <a:pt x="43478" y="5635967"/>
                </a:cubicBezTo>
                <a:cubicBezTo>
                  <a:pt x="50864" y="5606890"/>
                  <a:pt x="55109" y="5577103"/>
                  <a:pt x="56147" y="5547125"/>
                </a:cubicBezTo>
                <a:cubicBezTo>
                  <a:pt x="59948" y="5474529"/>
                  <a:pt x="38537" y="5406248"/>
                  <a:pt x="18139" y="5337713"/>
                </a:cubicBezTo>
                <a:cubicBezTo>
                  <a:pt x="7370" y="5301414"/>
                  <a:pt x="-5426" y="5264355"/>
                  <a:pt x="2429" y="5226280"/>
                </a:cubicBezTo>
                <a:cubicBezTo>
                  <a:pt x="16707" y="5167720"/>
                  <a:pt x="24854" y="5107828"/>
                  <a:pt x="26754" y="5047581"/>
                </a:cubicBezTo>
                <a:cubicBezTo>
                  <a:pt x="26754" y="5004937"/>
                  <a:pt x="16365" y="4963181"/>
                  <a:pt x="20039" y="4920664"/>
                </a:cubicBezTo>
                <a:cubicBezTo>
                  <a:pt x="28211" y="4838181"/>
                  <a:pt x="30238" y="4755203"/>
                  <a:pt x="26121" y="4672415"/>
                </a:cubicBezTo>
                <a:cubicBezTo>
                  <a:pt x="26095" y="4639315"/>
                  <a:pt x="29846" y="4606317"/>
                  <a:pt x="37270" y="4574054"/>
                </a:cubicBezTo>
                <a:cubicBezTo>
                  <a:pt x="46506" y="4517120"/>
                  <a:pt x="48419" y="4459246"/>
                  <a:pt x="42971" y="4401829"/>
                </a:cubicBezTo>
                <a:cubicBezTo>
                  <a:pt x="37016" y="4335324"/>
                  <a:pt x="19279" y="4269835"/>
                  <a:pt x="14845" y="4203331"/>
                </a:cubicBezTo>
                <a:cubicBezTo>
                  <a:pt x="7876" y="4093167"/>
                  <a:pt x="17759" y="3983003"/>
                  <a:pt x="27514" y="3873347"/>
                </a:cubicBezTo>
                <a:cubicBezTo>
                  <a:pt x="35116" y="3803010"/>
                  <a:pt x="37143" y="3732178"/>
                  <a:pt x="33596" y="3661523"/>
                </a:cubicBezTo>
                <a:cubicBezTo>
                  <a:pt x="29161" y="3605426"/>
                  <a:pt x="22193" y="3549329"/>
                  <a:pt x="20926" y="3493232"/>
                </a:cubicBezTo>
                <a:cubicBezTo>
                  <a:pt x="18646" y="3392967"/>
                  <a:pt x="19532" y="3292703"/>
                  <a:pt x="25360" y="3192439"/>
                </a:cubicBezTo>
                <a:cubicBezTo>
                  <a:pt x="28274" y="3142180"/>
                  <a:pt x="32962" y="3092429"/>
                  <a:pt x="34989" y="3041789"/>
                </a:cubicBezTo>
                <a:cubicBezTo>
                  <a:pt x="37016" y="2991149"/>
                  <a:pt x="41071" y="2940002"/>
                  <a:pt x="29542" y="2890377"/>
                </a:cubicBezTo>
                <a:cubicBezTo>
                  <a:pt x="10030" y="2805978"/>
                  <a:pt x="24347" y="2721959"/>
                  <a:pt x="28528" y="2637813"/>
                </a:cubicBezTo>
                <a:cubicBezTo>
                  <a:pt x="31062" y="2585523"/>
                  <a:pt x="46266" y="2531964"/>
                  <a:pt x="32836" y="2481198"/>
                </a:cubicBezTo>
                <a:cubicBezTo>
                  <a:pt x="11677" y="2401621"/>
                  <a:pt x="25487" y="2323694"/>
                  <a:pt x="32836" y="2245386"/>
                </a:cubicBezTo>
                <a:cubicBezTo>
                  <a:pt x="41311" y="2171280"/>
                  <a:pt x="39816" y="2096361"/>
                  <a:pt x="28401" y="2022648"/>
                </a:cubicBezTo>
                <a:cubicBezTo>
                  <a:pt x="14084" y="1949518"/>
                  <a:pt x="14084" y="1874307"/>
                  <a:pt x="28401" y="1801178"/>
                </a:cubicBezTo>
                <a:cubicBezTo>
                  <a:pt x="40260" y="1740816"/>
                  <a:pt x="41628" y="1678868"/>
                  <a:pt x="32455" y="1618037"/>
                </a:cubicBezTo>
                <a:cubicBezTo>
                  <a:pt x="26247" y="1574505"/>
                  <a:pt x="15098" y="1531226"/>
                  <a:pt x="13578" y="1487694"/>
                </a:cubicBezTo>
                <a:cubicBezTo>
                  <a:pt x="10436" y="1396656"/>
                  <a:pt x="12298" y="1305517"/>
                  <a:pt x="19153" y="1214696"/>
                </a:cubicBezTo>
                <a:cubicBezTo>
                  <a:pt x="27134" y="1111259"/>
                  <a:pt x="42464" y="1008202"/>
                  <a:pt x="31822" y="904004"/>
                </a:cubicBezTo>
                <a:cubicBezTo>
                  <a:pt x="28148" y="868213"/>
                  <a:pt x="20673" y="832549"/>
                  <a:pt x="19913" y="796632"/>
                </a:cubicBezTo>
                <a:cubicBezTo>
                  <a:pt x="18266" y="729366"/>
                  <a:pt x="17505" y="662989"/>
                  <a:pt x="21306" y="593565"/>
                </a:cubicBezTo>
                <a:cubicBezTo>
                  <a:pt x="25107" y="524142"/>
                  <a:pt x="39550" y="453703"/>
                  <a:pt x="29795" y="385549"/>
                </a:cubicBezTo>
                <a:cubicBezTo>
                  <a:pt x="20039" y="317394"/>
                  <a:pt x="26374" y="250382"/>
                  <a:pt x="32709" y="183497"/>
                </a:cubicBezTo>
                <a:cubicBezTo>
                  <a:pt x="35750" y="151705"/>
                  <a:pt x="37809" y="120261"/>
                  <a:pt x="37254" y="88945"/>
                </a:cubicBezTo>
                <a:close/>
              </a:path>
            </a:pathLst>
          </a:custGeom>
        </p:spPr>
      </p:pic>
    </p:spTree>
    <p:extLst>
      <p:ext uri="{BB962C8B-B14F-4D97-AF65-F5344CB8AC3E}">
        <p14:creationId xmlns:p14="http://schemas.microsoft.com/office/powerpoint/2010/main" val="1820027575"/>
      </p:ext>
    </p:extLst>
  </p:cSld>
  <p:clrMapOvr>
    <a:masterClrMapping/>
  </p:clrMapOvr>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2">
      <a:majorFont>
        <a:latin typeface="Modern Love"/>
        <a:ea typeface=""/>
        <a:cs typeface=""/>
      </a:majorFont>
      <a:minorFont>
        <a:latin typeface="The H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docProps/app.xml><?xml version="1.0" encoding="utf-8"?>
<Properties xmlns="http://schemas.openxmlformats.org/officeDocument/2006/extended-properties" xmlns:vt="http://schemas.openxmlformats.org/officeDocument/2006/docPropsVTypes">
  <Template>Celestial</Template>
  <TotalTime>357</TotalTime>
  <Words>1381</Words>
  <Application>Microsoft Office PowerPoint</Application>
  <PresentationFormat>Panorámica</PresentationFormat>
  <Paragraphs>105</Paragraphs>
  <Slides>22</Slides>
  <Notes>0</Notes>
  <HiddenSlides>0</HiddenSlides>
  <MMClips>1</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22</vt:i4>
      </vt:variant>
    </vt:vector>
  </HeadingPairs>
  <TitlesOfParts>
    <vt:vector size="26" baseType="lpstr">
      <vt:lpstr>Arial</vt:lpstr>
      <vt:lpstr>Modern Love</vt:lpstr>
      <vt:lpstr>The Hand</vt:lpstr>
      <vt:lpstr>SketchyVTI</vt:lpstr>
      <vt:lpstr>Valoración de Acciones</vt:lpstr>
      <vt:lpstr>Diferencias entre capital de deuda y capital propio</vt:lpstr>
      <vt:lpstr>Diferencias clave entre el capital de deuda y el capital propio</vt:lpstr>
      <vt:lpstr>Presentación de PowerPoint</vt:lpstr>
      <vt:lpstr>Acciones comunes y preferentes</vt:lpstr>
      <vt:lpstr>Acciones comunes</vt:lpstr>
      <vt:lpstr>Acciones Comunes</vt:lpstr>
      <vt:lpstr>Acciones preferentes</vt:lpstr>
      <vt:lpstr>Acciones preferentes</vt:lpstr>
      <vt:lpstr>Valoración de acciones comunes</vt:lpstr>
      <vt:lpstr>Eficiencia de mercado</vt:lpstr>
      <vt:lpstr>La hipótesis de mercado eficiente</vt:lpstr>
      <vt:lpstr>Ecuación Básica para la Valoración de Acciones Comunes</vt:lpstr>
      <vt:lpstr>Ejemplo Modelo Crecimiento Constante</vt:lpstr>
      <vt:lpstr>Presentación de PowerPoint</vt:lpstr>
      <vt:lpstr>Presentación de PowerPoint</vt:lpstr>
      <vt:lpstr>Por tabla:</vt:lpstr>
      <vt:lpstr>Presentación de PowerPoint</vt:lpstr>
      <vt:lpstr>Otros métodos para valoración de acciones comunes:</vt:lpstr>
      <vt:lpstr>Valor en libros</vt:lpstr>
      <vt:lpstr>Valor de liquidación:</vt:lpstr>
      <vt:lpstr>Ejemplo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Valoración de Acciones</dc:title>
  <dc:creator>MARTINEZ SOSA, PATRICIA ALEJANDRA</dc:creator>
  <cp:lastModifiedBy>MARTINEZ SOSA, PATRICIA ALEJANDRA</cp:lastModifiedBy>
  <cp:revision>13</cp:revision>
  <dcterms:created xsi:type="dcterms:W3CDTF">2024-05-14T16:51:18Z</dcterms:created>
  <dcterms:modified xsi:type="dcterms:W3CDTF">2024-05-15T21:41:50Z</dcterms:modified>
</cp:coreProperties>
</file>